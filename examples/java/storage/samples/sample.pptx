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
  </p:notesMasterIdLst>
  <p:handoutMasterIdLst>
    <p:handoutMasterId r:id="rId12"/>
  </p:handoutMasterIdLst>
  <p:sldIdLst>
    <p:sldId id="304" r:id="rId2"/>
    <p:sldId id="259" r:id="rId3"/>
    <p:sldId id="305" r:id="rId4"/>
    <p:sldId id="306" r:id="rId5"/>
    <p:sldId id="307" r:id="rId6"/>
    <p:sldId id="308" r:id="rId7"/>
    <p:sldId id="303" r:id="rId8"/>
    <p:sldId id="257" r:id="rId9"/>
    <p:sldId id="309"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7A"/>
    <a:srgbClr val="A02B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57" autoAdjust="0"/>
    <p:restoredTop sz="94660"/>
  </p:normalViewPr>
  <p:slideViewPr>
    <p:cSldViewPr snapToGrid="0" showGuides="1">
      <p:cViewPr>
        <p:scale>
          <a:sx n="75" d="100"/>
          <a:sy n="75" d="100"/>
        </p:scale>
        <p:origin x="1986" y="642"/>
      </p:cViewPr>
      <p:guideLst>
        <p:guide orient="horz" pos="2160"/>
        <p:guide pos="3840"/>
      </p:guideLst>
    </p:cSldViewPr>
  </p:slideViewPr>
  <p:notesTextViewPr>
    <p:cViewPr>
      <p:scale>
        <a:sx n="1" d="1"/>
        <a:sy n="1" d="1"/>
      </p:scale>
      <p:origin x="0" y="0"/>
    </p:cViewPr>
  </p:notesTextViewPr>
  <p:notesViewPr>
    <p:cSldViewPr snapToGrid="0" showGuides="1">
      <p:cViewPr varScale="1">
        <p:scale>
          <a:sx n="81" d="100"/>
          <a:sy n="81" d="100"/>
        </p:scale>
        <p:origin x="3894"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6</c:v>
                </c:pt>
                <c:pt idx="1">
                  <c:v>3</c:v>
                </c:pt>
                <c:pt idx="2">
                  <c:v>2</c:v>
                </c:pt>
                <c:pt idx="3">
                  <c:v>4</c:v>
                </c:pt>
              </c:numCache>
            </c:numRef>
          </c:val>
          <c:extLst>
            <c:ext xmlns:c16="http://schemas.microsoft.com/office/drawing/2014/chart" uri="{C3380CC4-5D6E-409C-BE32-E72D297353CC}">
              <c16:uniqueId val="{00000000-94D4-4AD7-ABBC-C728C58A4FB5}"/>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3</c:v>
                </c:pt>
                <c:pt idx="1">
                  <c:v>4</c:v>
                </c:pt>
                <c:pt idx="2">
                  <c:v>6</c:v>
                </c:pt>
                <c:pt idx="3">
                  <c:v>1</c:v>
                </c:pt>
              </c:numCache>
            </c:numRef>
          </c:val>
          <c:extLst>
            <c:ext xmlns:c16="http://schemas.microsoft.com/office/drawing/2014/chart" uri="{C3380CC4-5D6E-409C-BE32-E72D297353CC}">
              <c16:uniqueId val="{00000001-94D4-4AD7-ABBC-C728C58A4FB5}"/>
            </c:ext>
          </c:extLst>
        </c:ser>
        <c:ser>
          <c:idx val="2"/>
          <c:order val="2"/>
          <c:tx>
            <c:strRef>
              <c:f>Sheet1!$D$1</c:f>
              <c:strCache>
                <c:ptCount val="1"/>
                <c:pt idx="0">
                  <c:v>Series 3</c:v>
                </c:pt>
              </c:strCache>
            </c:strRef>
          </c:tx>
          <c:spPr>
            <a:solidFill>
              <a:schemeClr val="bg1">
                <a:lumMod val="85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6</c:v>
                </c:pt>
                <c:pt idx="1">
                  <c:v>8</c:v>
                </c:pt>
                <c:pt idx="2">
                  <c:v>9</c:v>
                </c:pt>
                <c:pt idx="3">
                  <c:v>3</c:v>
                </c:pt>
              </c:numCache>
            </c:numRef>
          </c:val>
          <c:extLst>
            <c:ext xmlns:c16="http://schemas.microsoft.com/office/drawing/2014/chart" uri="{C3380CC4-5D6E-409C-BE32-E72D297353CC}">
              <c16:uniqueId val="{00000002-94D4-4AD7-ABBC-C728C58A4FB5}"/>
            </c:ext>
          </c:extLst>
        </c:ser>
        <c:dLbls>
          <c:showLegendKey val="0"/>
          <c:showVal val="0"/>
          <c:showCatName val="0"/>
          <c:showSerName val="0"/>
          <c:showPercent val="0"/>
          <c:showBubbleSize val="0"/>
        </c:dLbls>
        <c:gapWidth val="219"/>
        <c:overlap val="-27"/>
        <c:axId val="564552768"/>
        <c:axId val="564553128"/>
      </c:barChart>
      <c:catAx>
        <c:axId val="564552768"/>
        <c:scaling>
          <c:orientation val="minMax"/>
        </c:scaling>
        <c:delete val="0"/>
        <c:axPos val="b"/>
        <c:numFmt formatCode="General" sourceLinked="1"/>
        <c:majorTickMark val="none"/>
        <c:minorTickMark val="none"/>
        <c:tickLblPos val="nextTo"/>
        <c:spPr>
          <a:noFill/>
          <a:ln w="9525" cap="flat" cmpd="sng" algn="ctr">
            <a:solidFill>
              <a:schemeClr val="bg1">
                <a:lumMod val="65000"/>
                <a:alpha val="1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ko-KR"/>
          </a:p>
        </c:txPr>
        <c:crossAx val="564553128"/>
        <c:crosses val="autoZero"/>
        <c:auto val="1"/>
        <c:lblAlgn val="ctr"/>
        <c:lblOffset val="100"/>
        <c:noMultiLvlLbl val="0"/>
      </c:catAx>
      <c:valAx>
        <c:axId val="564553128"/>
        <c:scaling>
          <c:orientation val="minMax"/>
        </c:scaling>
        <c:delete val="0"/>
        <c:axPos val="l"/>
        <c:majorGridlines>
          <c:spPr>
            <a:ln w="9525" cap="flat" cmpd="sng" algn="ctr">
              <a:solidFill>
                <a:schemeClr val="bg1">
                  <a:lumMod val="65000"/>
                  <a:alpha val="1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ko-KR"/>
          </a:p>
        </c:txPr>
        <c:crossAx val="564552768"/>
        <c:crosses val="autoZero"/>
        <c:crossBetween val="between"/>
      </c:valAx>
      <c:spPr>
        <a:noFill/>
        <a:ln>
          <a:noFill/>
        </a:ln>
        <a:effectLst/>
      </c:spPr>
    </c:plotArea>
    <c:legend>
      <c:legendPos val="r"/>
      <c:layout>
        <c:manualLayout>
          <c:xMode val="edge"/>
          <c:yMode val="edge"/>
          <c:x val="0.87369513729936976"/>
          <c:y val="0.7218219529090395"/>
          <c:w val="0.11357571720048337"/>
          <c:h val="0.1943086073893013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ko-K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3B112A69-C5D0-1028-0D0D-62A173B448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E3BAE9A0-5FC5-4909-178C-1C0AE047899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161861B-3AEE-45CE-96C3-B279079086D3}" type="datetimeFigureOut">
              <a:rPr lang="ko-KR" altLang="en-US" smtClean="0"/>
              <a:t>2024-05-09</a:t>
            </a:fld>
            <a:endParaRPr lang="ko-KR" altLang="en-US"/>
          </a:p>
        </p:txBody>
      </p:sp>
      <p:sp>
        <p:nvSpPr>
          <p:cNvPr id="4" name="바닥글 개체 틀 3">
            <a:extLst>
              <a:ext uri="{FF2B5EF4-FFF2-40B4-BE49-F238E27FC236}">
                <a16:creationId xmlns:a16="http://schemas.microsoft.com/office/drawing/2014/main" id="{659AC7FB-B99F-4E00-3A50-D30242B33D2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16858679-D7E6-EECB-1274-8C7BFE05399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69380C-58DC-445F-AA0E-DE70F074A1F2}" type="slidenum">
              <a:rPr lang="ko-KR" altLang="en-US" smtClean="0"/>
              <a:t>‹#›</a:t>
            </a:fld>
            <a:endParaRPr lang="ko-KR" altLang="en-US"/>
          </a:p>
        </p:txBody>
      </p:sp>
    </p:spTree>
    <p:extLst>
      <p:ext uri="{BB962C8B-B14F-4D97-AF65-F5344CB8AC3E}">
        <p14:creationId xmlns:p14="http://schemas.microsoft.com/office/powerpoint/2010/main" val="19820198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1F343F-70E3-4194-8C2D-50A25EB76986}" type="datetimeFigureOut">
              <a:rPr lang="ko-KR" altLang="en-US" smtClean="0"/>
              <a:t>2024-05-09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863D8A-F862-42DF-A080-D3AA7C01C922}" type="slidenum">
              <a:rPr lang="ko-KR" altLang="en-US" smtClean="0"/>
              <a:t>‹#›</a:t>
            </a:fld>
            <a:endParaRPr lang="ko-KR" altLang="en-US"/>
          </a:p>
        </p:txBody>
      </p:sp>
    </p:spTree>
    <p:extLst>
      <p:ext uri="{BB962C8B-B14F-4D97-AF65-F5344CB8AC3E}">
        <p14:creationId xmlns:p14="http://schemas.microsoft.com/office/powerpoint/2010/main" val="39551651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4834D55-081D-A3DE-017A-207C3A52B542}"/>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A59E51DF-5908-7203-A345-10C3835C0F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77C82F28-92B1-584C-73E5-E78A641A363C}"/>
              </a:ext>
            </a:extLst>
          </p:cNvPr>
          <p:cNvSpPr>
            <a:spLocks noGrp="1"/>
          </p:cNvSpPr>
          <p:nvPr>
            <p:ph type="dt" sz="half" idx="10"/>
          </p:nvPr>
        </p:nvSpPr>
        <p:spPr/>
        <p:txBody>
          <a:bodyPr/>
          <a:lstStyle/>
          <a:p>
            <a:fld id="{7706A0EF-BEC9-4F7D-91BF-1DEC6A2CB018}" type="datetime1">
              <a:rPr lang="ko-KR" altLang="en-US" smtClean="0"/>
              <a:t>2024-05-09</a:t>
            </a:fld>
            <a:endParaRPr lang="ko-KR" altLang="en-US"/>
          </a:p>
        </p:txBody>
      </p:sp>
      <p:sp>
        <p:nvSpPr>
          <p:cNvPr id="5" name="바닥글 개체 틀 4">
            <a:extLst>
              <a:ext uri="{FF2B5EF4-FFF2-40B4-BE49-F238E27FC236}">
                <a16:creationId xmlns:a16="http://schemas.microsoft.com/office/drawing/2014/main" id="{72248DD8-1E00-273A-7D8F-5611EC857F5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B470C0D-8AF3-C0A7-6BD6-F85500D6D6E6}"/>
              </a:ext>
            </a:extLst>
          </p:cNvPr>
          <p:cNvSpPr>
            <a:spLocks noGrp="1"/>
          </p:cNvSpPr>
          <p:nvPr>
            <p:ph type="sldNum" sz="quarter" idx="12"/>
          </p:nvPr>
        </p:nvSpPr>
        <p:spPr/>
        <p:txBody>
          <a:bodyPr/>
          <a:lstStyle/>
          <a:p>
            <a:fld id="{E33DF12E-2A0B-4C47-AB1F-7415796A11A5}" type="slidenum">
              <a:rPr lang="ko-KR" altLang="en-US" smtClean="0"/>
              <a:t>‹#›</a:t>
            </a:fld>
            <a:endParaRPr lang="ko-KR" altLang="en-US"/>
          </a:p>
        </p:txBody>
      </p:sp>
    </p:spTree>
    <p:extLst>
      <p:ext uri="{BB962C8B-B14F-4D97-AF65-F5344CB8AC3E}">
        <p14:creationId xmlns:p14="http://schemas.microsoft.com/office/powerpoint/2010/main" val="194972936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BA7AD8-5F24-E8DD-3B19-A248669035BA}"/>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BC567879-4149-64F1-A60F-AAEDA5E79DB3}"/>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FCB46202-E833-C32A-E9CA-5B2E048221DD}"/>
              </a:ext>
            </a:extLst>
          </p:cNvPr>
          <p:cNvSpPr>
            <a:spLocks noGrp="1"/>
          </p:cNvSpPr>
          <p:nvPr>
            <p:ph type="dt" sz="half" idx="10"/>
          </p:nvPr>
        </p:nvSpPr>
        <p:spPr/>
        <p:txBody>
          <a:bodyPr/>
          <a:lstStyle/>
          <a:p>
            <a:fld id="{83F26063-1F08-454A-8E32-00164455FBF6}" type="datetime1">
              <a:rPr lang="ko-KR" altLang="en-US" smtClean="0"/>
              <a:t>2024-05-09</a:t>
            </a:fld>
            <a:endParaRPr lang="ko-KR" altLang="en-US"/>
          </a:p>
        </p:txBody>
      </p:sp>
      <p:sp>
        <p:nvSpPr>
          <p:cNvPr id="5" name="바닥글 개체 틀 4">
            <a:extLst>
              <a:ext uri="{FF2B5EF4-FFF2-40B4-BE49-F238E27FC236}">
                <a16:creationId xmlns:a16="http://schemas.microsoft.com/office/drawing/2014/main" id="{C696210A-E1F2-52CA-8A8A-32C47B55E5E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03BEBC4-6943-7A67-F92C-7C7DE7A92E35}"/>
              </a:ext>
            </a:extLst>
          </p:cNvPr>
          <p:cNvSpPr>
            <a:spLocks noGrp="1"/>
          </p:cNvSpPr>
          <p:nvPr>
            <p:ph type="sldNum" sz="quarter" idx="12"/>
          </p:nvPr>
        </p:nvSpPr>
        <p:spPr/>
        <p:txBody>
          <a:bodyPr/>
          <a:lstStyle/>
          <a:p>
            <a:fld id="{E33DF12E-2A0B-4C47-AB1F-7415796A11A5}" type="slidenum">
              <a:rPr lang="ko-KR" altLang="en-US" smtClean="0"/>
              <a:t>‹#›</a:t>
            </a:fld>
            <a:endParaRPr lang="ko-KR" altLang="en-US"/>
          </a:p>
        </p:txBody>
      </p:sp>
    </p:spTree>
    <p:extLst>
      <p:ext uri="{BB962C8B-B14F-4D97-AF65-F5344CB8AC3E}">
        <p14:creationId xmlns:p14="http://schemas.microsoft.com/office/powerpoint/2010/main" val="514322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D6B001C-A530-8D4C-5A5F-D5290AF59A71}"/>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D2E8F99E-ACAB-D7A9-480B-C4D84E0143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63E42E02-2B52-E008-ED34-83BC6E57A4A1}"/>
              </a:ext>
            </a:extLst>
          </p:cNvPr>
          <p:cNvSpPr>
            <a:spLocks noGrp="1"/>
          </p:cNvSpPr>
          <p:nvPr>
            <p:ph type="dt" sz="half" idx="10"/>
          </p:nvPr>
        </p:nvSpPr>
        <p:spPr/>
        <p:txBody>
          <a:bodyPr/>
          <a:lstStyle/>
          <a:p>
            <a:fld id="{C1F53F94-E3A1-451D-BF31-14BD553948FA}" type="datetime1">
              <a:rPr lang="ko-KR" altLang="en-US" smtClean="0"/>
              <a:t>2024-05-09</a:t>
            </a:fld>
            <a:endParaRPr lang="ko-KR" altLang="en-US"/>
          </a:p>
        </p:txBody>
      </p:sp>
      <p:sp>
        <p:nvSpPr>
          <p:cNvPr id="5" name="바닥글 개체 틀 4">
            <a:extLst>
              <a:ext uri="{FF2B5EF4-FFF2-40B4-BE49-F238E27FC236}">
                <a16:creationId xmlns:a16="http://schemas.microsoft.com/office/drawing/2014/main" id="{EA4F9AAE-C552-44E6-F66A-126FC4D9191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2ABF67E-5308-27E7-F821-47D00EDCB754}"/>
              </a:ext>
            </a:extLst>
          </p:cNvPr>
          <p:cNvSpPr>
            <a:spLocks noGrp="1"/>
          </p:cNvSpPr>
          <p:nvPr>
            <p:ph type="sldNum" sz="quarter" idx="12"/>
          </p:nvPr>
        </p:nvSpPr>
        <p:spPr/>
        <p:txBody>
          <a:bodyPr/>
          <a:lstStyle/>
          <a:p>
            <a:fld id="{E33DF12E-2A0B-4C47-AB1F-7415796A11A5}" type="slidenum">
              <a:rPr lang="ko-KR" altLang="en-US" smtClean="0"/>
              <a:t>‹#›</a:t>
            </a:fld>
            <a:endParaRPr lang="ko-KR" altLang="en-US"/>
          </a:p>
        </p:txBody>
      </p:sp>
    </p:spTree>
    <p:extLst>
      <p:ext uri="{BB962C8B-B14F-4D97-AF65-F5344CB8AC3E}">
        <p14:creationId xmlns:p14="http://schemas.microsoft.com/office/powerpoint/2010/main" val="207110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63DC724-33F5-2335-E055-3F723E4F453B}"/>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F23CA1A-3BDC-9EF3-2D23-54EA66216905}"/>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DAC3200-F031-2729-6F12-69266E59D9EE}"/>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709AEB70-133D-EB86-5972-D8953911482E}"/>
              </a:ext>
            </a:extLst>
          </p:cNvPr>
          <p:cNvSpPr>
            <a:spLocks noGrp="1"/>
          </p:cNvSpPr>
          <p:nvPr>
            <p:ph type="dt" sz="half" idx="10"/>
          </p:nvPr>
        </p:nvSpPr>
        <p:spPr/>
        <p:txBody>
          <a:bodyPr/>
          <a:lstStyle/>
          <a:p>
            <a:fld id="{C2EE5DA5-2C46-41E4-A2B6-868F8E2E35BE}" type="datetime1">
              <a:rPr lang="ko-KR" altLang="en-US" smtClean="0"/>
              <a:t>2024-05-09</a:t>
            </a:fld>
            <a:endParaRPr lang="ko-KR" altLang="en-US"/>
          </a:p>
        </p:txBody>
      </p:sp>
      <p:sp>
        <p:nvSpPr>
          <p:cNvPr id="6" name="바닥글 개체 틀 5">
            <a:extLst>
              <a:ext uri="{FF2B5EF4-FFF2-40B4-BE49-F238E27FC236}">
                <a16:creationId xmlns:a16="http://schemas.microsoft.com/office/drawing/2014/main" id="{BEDD3C8A-4906-3681-379C-5E4D1F4AAAB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75525D1-DF14-9B4E-2ACB-C625F24C1D96}"/>
              </a:ext>
            </a:extLst>
          </p:cNvPr>
          <p:cNvSpPr>
            <a:spLocks noGrp="1"/>
          </p:cNvSpPr>
          <p:nvPr>
            <p:ph type="sldNum" sz="quarter" idx="12"/>
          </p:nvPr>
        </p:nvSpPr>
        <p:spPr/>
        <p:txBody>
          <a:bodyPr/>
          <a:lstStyle/>
          <a:p>
            <a:fld id="{E33DF12E-2A0B-4C47-AB1F-7415796A11A5}" type="slidenum">
              <a:rPr lang="ko-KR" altLang="en-US" smtClean="0"/>
              <a:t>‹#›</a:t>
            </a:fld>
            <a:endParaRPr lang="ko-KR" altLang="en-US"/>
          </a:p>
        </p:txBody>
      </p:sp>
    </p:spTree>
    <p:extLst>
      <p:ext uri="{BB962C8B-B14F-4D97-AF65-F5344CB8AC3E}">
        <p14:creationId xmlns:p14="http://schemas.microsoft.com/office/powerpoint/2010/main" val="309825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78DD13B-8233-FA04-ABF6-B0750FC1440F}"/>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4F45920-2142-64DD-8DCE-819B72F462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7DBCB6E9-4B05-702A-0AEF-3132D2944A6E}"/>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2D51FA4A-CD03-BB40-A4BB-BA040CA93D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4A898CD-52DA-6335-7C62-C48FB78A62DB}"/>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F7EF7289-8BD5-1902-40A9-3FE42FED17FE}"/>
              </a:ext>
            </a:extLst>
          </p:cNvPr>
          <p:cNvSpPr>
            <a:spLocks noGrp="1"/>
          </p:cNvSpPr>
          <p:nvPr>
            <p:ph type="dt" sz="half" idx="10"/>
          </p:nvPr>
        </p:nvSpPr>
        <p:spPr/>
        <p:txBody>
          <a:bodyPr/>
          <a:lstStyle/>
          <a:p>
            <a:fld id="{0191005C-1507-4AFD-8A6C-00EE28875BA6}" type="datetime1">
              <a:rPr lang="ko-KR" altLang="en-US" smtClean="0"/>
              <a:t>2024-05-09</a:t>
            </a:fld>
            <a:endParaRPr lang="ko-KR" altLang="en-US"/>
          </a:p>
        </p:txBody>
      </p:sp>
      <p:sp>
        <p:nvSpPr>
          <p:cNvPr id="8" name="바닥글 개체 틀 7">
            <a:extLst>
              <a:ext uri="{FF2B5EF4-FFF2-40B4-BE49-F238E27FC236}">
                <a16:creationId xmlns:a16="http://schemas.microsoft.com/office/drawing/2014/main" id="{66C9C53C-A3B6-8A6A-438E-829E0AECB5FF}"/>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4EE28ECA-64DD-E93A-4856-E404BD871306}"/>
              </a:ext>
            </a:extLst>
          </p:cNvPr>
          <p:cNvSpPr>
            <a:spLocks noGrp="1"/>
          </p:cNvSpPr>
          <p:nvPr>
            <p:ph type="sldNum" sz="quarter" idx="12"/>
          </p:nvPr>
        </p:nvSpPr>
        <p:spPr/>
        <p:txBody>
          <a:bodyPr/>
          <a:lstStyle/>
          <a:p>
            <a:fld id="{E33DF12E-2A0B-4C47-AB1F-7415796A11A5}" type="slidenum">
              <a:rPr lang="ko-KR" altLang="en-US" smtClean="0"/>
              <a:t>‹#›</a:t>
            </a:fld>
            <a:endParaRPr lang="ko-KR" altLang="en-US"/>
          </a:p>
        </p:txBody>
      </p:sp>
    </p:spTree>
    <p:extLst>
      <p:ext uri="{BB962C8B-B14F-4D97-AF65-F5344CB8AC3E}">
        <p14:creationId xmlns:p14="http://schemas.microsoft.com/office/powerpoint/2010/main" val="1986701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E0B0ED4-6A24-A6C2-135E-2FDABA7DB9FC}"/>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508F66C2-9F86-20D7-841F-57656DA1E9AC}"/>
              </a:ext>
            </a:extLst>
          </p:cNvPr>
          <p:cNvSpPr>
            <a:spLocks noGrp="1"/>
          </p:cNvSpPr>
          <p:nvPr>
            <p:ph type="dt" sz="half" idx="10"/>
          </p:nvPr>
        </p:nvSpPr>
        <p:spPr/>
        <p:txBody>
          <a:bodyPr/>
          <a:lstStyle/>
          <a:p>
            <a:fld id="{03493DBE-7E3A-48A4-97F4-1388E70E47DF}" type="datetime1">
              <a:rPr lang="ko-KR" altLang="en-US" smtClean="0"/>
              <a:t>2024-05-09</a:t>
            </a:fld>
            <a:endParaRPr lang="ko-KR" altLang="en-US"/>
          </a:p>
        </p:txBody>
      </p:sp>
      <p:sp>
        <p:nvSpPr>
          <p:cNvPr id="4" name="바닥글 개체 틀 3">
            <a:extLst>
              <a:ext uri="{FF2B5EF4-FFF2-40B4-BE49-F238E27FC236}">
                <a16:creationId xmlns:a16="http://schemas.microsoft.com/office/drawing/2014/main" id="{9CECAEF7-05C4-3F6F-C2BA-F3DE0C7F396D}"/>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771BF8A3-6E53-C03B-A76E-3BC2377665C3}"/>
              </a:ext>
            </a:extLst>
          </p:cNvPr>
          <p:cNvSpPr>
            <a:spLocks noGrp="1"/>
          </p:cNvSpPr>
          <p:nvPr>
            <p:ph type="sldNum" sz="quarter" idx="12"/>
          </p:nvPr>
        </p:nvSpPr>
        <p:spPr/>
        <p:txBody>
          <a:bodyPr/>
          <a:lstStyle/>
          <a:p>
            <a:fld id="{E33DF12E-2A0B-4C47-AB1F-7415796A11A5}" type="slidenum">
              <a:rPr lang="ko-KR" altLang="en-US" smtClean="0"/>
              <a:t>‹#›</a:t>
            </a:fld>
            <a:endParaRPr lang="ko-KR" altLang="en-US"/>
          </a:p>
        </p:txBody>
      </p:sp>
    </p:spTree>
    <p:extLst>
      <p:ext uri="{BB962C8B-B14F-4D97-AF65-F5344CB8AC3E}">
        <p14:creationId xmlns:p14="http://schemas.microsoft.com/office/powerpoint/2010/main" val="8679639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67A2083-41B1-0CD2-E631-4BE3AE4DFD91}"/>
              </a:ext>
            </a:extLst>
          </p:cNvPr>
          <p:cNvSpPr>
            <a:spLocks noGrp="1"/>
          </p:cNvSpPr>
          <p:nvPr>
            <p:ph type="dt" sz="half" idx="10"/>
          </p:nvPr>
        </p:nvSpPr>
        <p:spPr/>
        <p:txBody>
          <a:bodyPr/>
          <a:lstStyle/>
          <a:p>
            <a:fld id="{E47DC071-2B48-45B3-A954-BB565C51C41E}" type="datetime1">
              <a:rPr lang="ko-KR" altLang="en-US" smtClean="0"/>
              <a:t>2024-05-09</a:t>
            </a:fld>
            <a:endParaRPr lang="ko-KR" altLang="en-US"/>
          </a:p>
        </p:txBody>
      </p:sp>
      <p:sp>
        <p:nvSpPr>
          <p:cNvPr id="3" name="바닥글 개체 틀 2">
            <a:extLst>
              <a:ext uri="{FF2B5EF4-FFF2-40B4-BE49-F238E27FC236}">
                <a16:creationId xmlns:a16="http://schemas.microsoft.com/office/drawing/2014/main" id="{70D6C419-E461-314B-3AE0-45EF70102852}"/>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A3B99BD-397E-BD08-6E30-DC6A498CABC5}"/>
              </a:ext>
            </a:extLst>
          </p:cNvPr>
          <p:cNvSpPr>
            <a:spLocks noGrp="1"/>
          </p:cNvSpPr>
          <p:nvPr>
            <p:ph type="sldNum" sz="quarter" idx="12"/>
          </p:nvPr>
        </p:nvSpPr>
        <p:spPr/>
        <p:txBody>
          <a:bodyPr/>
          <a:lstStyle/>
          <a:p>
            <a:fld id="{E33DF12E-2A0B-4C47-AB1F-7415796A11A5}" type="slidenum">
              <a:rPr lang="ko-KR" altLang="en-US" smtClean="0"/>
              <a:t>‹#›</a:t>
            </a:fld>
            <a:endParaRPr lang="ko-KR" altLang="en-US"/>
          </a:p>
        </p:txBody>
      </p:sp>
    </p:spTree>
    <p:extLst>
      <p:ext uri="{BB962C8B-B14F-4D97-AF65-F5344CB8AC3E}">
        <p14:creationId xmlns:p14="http://schemas.microsoft.com/office/powerpoint/2010/main" val="996651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C8769C9-2E75-DD00-3C1A-9DFCF58C95D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F6AC487B-325E-DA77-F3EF-4C98E98C02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CC76A904-43C7-A891-C8BC-BBCF7ED6A7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ECB4C29A-9D75-D198-A7EA-DBCA667E021A}"/>
              </a:ext>
            </a:extLst>
          </p:cNvPr>
          <p:cNvSpPr>
            <a:spLocks noGrp="1"/>
          </p:cNvSpPr>
          <p:nvPr>
            <p:ph type="dt" sz="half" idx="10"/>
          </p:nvPr>
        </p:nvSpPr>
        <p:spPr/>
        <p:txBody>
          <a:bodyPr/>
          <a:lstStyle/>
          <a:p>
            <a:fld id="{6B77F8C8-3B21-4CDC-A942-5D91EAA1F480}" type="datetime1">
              <a:rPr lang="ko-KR" altLang="en-US" smtClean="0"/>
              <a:t>2024-05-09</a:t>
            </a:fld>
            <a:endParaRPr lang="ko-KR" altLang="en-US"/>
          </a:p>
        </p:txBody>
      </p:sp>
      <p:sp>
        <p:nvSpPr>
          <p:cNvPr id="6" name="바닥글 개체 틀 5">
            <a:extLst>
              <a:ext uri="{FF2B5EF4-FFF2-40B4-BE49-F238E27FC236}">
                <a16:creationId xmlns:a16="http://schemas.microsoft.com/office/drawing/2014/main" id="{45A23645-59AA-7589-BB4C-A5594A02AC6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279BDB7-A431-23D7-20AB-3CA365FA07D2}"/>
              </a:ext>
            </a:extLst>
          </p:cNvPr>
          <p:cNvSpPr>
            <a:spLocks noGrp="1"/>
          </p:cNvSpPr>
          <p:nvPr>
            <p:ph type="sldNum" sz="quarter" idx="12"/>
          </p:nvPr>
        </p:nvSpPr>
        <p:spPr/>
        <p:txBody>
          <a:bodyPr/>
          <a:lstStyle/>
          <a:p>
            <a:fld id="{E33DF12E-2A0B-4C47-AB1F-7415796A11A5}" type="slidenum">
              <a:rPr lang="ko-KR" altLang="en-US" smtClean="0"/>
              <a:t>‹#›</a:t>
            </a:fld>
            <a:endParaRPr lang="ko-KR" altLang="en-US"/>
          </a:p>
        </p:txBody>
      </p:sp>
    </p:spTree>
    <p:extLst>
      <p:ext uri="{BB962C8B-B14F-4D97-AF65-F5344CB8AC3E}">
        <p14:creationId xmlns:p14="http://schemas.microsoft.com/office/powerpoint/2010/main" val="304966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6E918E-7EE0-7F4D-F415-31CDF258E8E0}"/>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ECF7F744-5AFD-C0B4-84D2-CDF2B408E8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93EBF2B1-9E72-F2E6-2E5D-1D13C065F8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4C788DE-127B-96E7-0C30-F4505B864612}"/>
              </a:ext>
            </a:extLst>
          </p:cNvPr>
          <p:cNvSpPr>
            <a:spLocks noGrp="1"/>
          </p:cNvSpPr>
          <p:nvPr>
            <p:ph type="dt" sz="half" idx="10"/>
          </p:nvPr>
        </p:nvSpPr>
        <p:spPr/>
        <p:txBody>
          <a:bodyPr/>
          <a:lstStyle/>
          <a:p>
            <a:fld id="{FF079595-6DE2-48E1-A107-73D218FF249C}" type="datetime1">
              <a:rPr lang="ko-KR" altLang="en-US" smtClean="0"/>
              <a:t>2024-05-09</a:t>
            </a:fld>
            <a:endParaRPr lang="ko-KR" altLang="en-US"/>
          </a:p>
        </p:txBody>
      </p:sp>
      <p:sp>
        <p:nvSpPr>
          <p:cNvPr id="6" name="바닥글 개체 틀 5">
            <a:extLst>
              <a:ext uri="{FF2B5EF4-FFF2-40B4-BE49-F238E27FC236}">
                <a16:creationId xmlns:a16="http://schemas.microsoft.com/office/drawing/2014/main" id="{328A9B87-8B53-D89D-994E-0D61F9EFDEB1}"/>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232EEF6-50A6-F89F-B6D2-E30717364FC6}"/>
              </a:ext>
            </a:extLst>
          </p:cNvPr>
          <p:cNvSpPr>
            <a:spLocks noGrp="1"/>
          </p:cNvSpPr>
          <p:nvPr>
            <p:ph type="sldNum" sz="quarter" idx="12"/>
          </p:nvPr>
        </p:nvSpPr>
        <p:spPr/>
        <p:txBody>
          <a:bodyPr/>
          <a:lstStyle/>
          <a:p>
            <a:fld id="{E33DF12E-2A0B-4C47-AB1F-7415796A11A5}" type="slidenum">
              <a:rPr lang="ko-KR" altLang="en-US" smtClean="0"/>
              <a:t>‹#›</a:t>
            </a:fld>
            <a:endParaRPr lang="ko-KR" altLang="en-US"/>
          </a:p>
        </p:txBody>
      </p:sp>
    </p:spTree>
    <p:extLst>
      <p:ext uri="{BB962C8B-B14F-4D97-AF65-F5344CB8AC3E}">
        <p14:creationId xmlns:p14="http://schemas.microsoft.com/office/powerpoint/2010/main" val="2892070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F6020E3-E54A-E23B-E0C1-6957D7E4C9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3F8656A9-CD7F-B790-0BF8-DEE9340406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54B13CF9-E2D5-2DBD-DE32-6FEB0946BE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9D0508-F838-40E4-96F8-F9E7AE6A1B54}" type="datetime1">
              <a:rPr lang="ko-KR" altLang="en-US" smtClean="0"/>
              <a:t>2024-05-09</a:t>
            </a:fld>
            <a:endParaRPr lang="ko-KR" altLang="en-US"/>
          </a:p>
        </p:txBody>
      </p:sp>
      <p:sp>
        <p:nvSpPr>
          <p:cNvPr id="5" name="바닥글 개체 틀 4">
            <a:extLst>
              <a:ext uri="{FF2B5EF4-FFF2-40B4-BE49-F238E27FC236}">
                <a16:creationId xmlns:a16="http://schemas.microsoft.com/office/drawing/2014/main" id="{48FF0229-EE53-664B-AE40-DF6DE4F2B0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FD8FD367-FE3D-0865-3585-53C975D516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3DF12E-2A0B-4C47-AB1F-7415796A11A5}" type="slidenum">
              <a:rPr lang="ko-KR" altLang="en-US" smtClean="0"/>
              <a:t>‹#›</a:t>
            </a:fld>
            <a:endParaRPr lang="ko-KR" altLang="en-US"/>
          </a:p>
        </p:txBody>
      </p:sp>
    </p:spTree>
    <p:extLst>
      <p:ext uri="{BB962C8B-B14F-4D97-AF65-F5344CB8AC3E}">
        <p14:creationId xmlns:p14="http://schemas.microsoft.com/office/powerpoint/2010/main" val="5371842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53D70B9-18E4-C300-E032-C758B8566610}"/>
              </a:ext>
            </a:extLst>
          </p:cNvPr>
          <p:cNvSpPr>
            <a:spLocks noGrp="1"/>
          </p:cNvSpPr>
          <p:nvPr>
            <p:ph type="ctrTitle"/>
          </p:nvPr>
        </p:nvSpPr>
        <p:spPr/>
        <p:txBody>
          <a:bodyPr/>
          <a:lstStyle/>
          <a:p>
            <a:r>
              <a:rPr lang="en-US" altLang="ko-KR" b="1" dirty="0" err="1"/>
              <a:t>Thinkfree</a:t>
            </a:r>
            <a:r>
              <a:rPr lang="en-US" altLang="ko-KR" b="1" dirty="0"/>
              <a:t> Office</a:t>
            </a:r>
            <a:endParaRPr lang="ko-KR" altLang="en-US" b="1" dirty="0"/>
          </a:p>
        </p:txBody>
      </p:sp>
      <p:sp>
        <p:nvSpPr>
          <p:cNvPr id="3" name="부제목 2">
            <a:extLst>
              <a:ext uri="{FF2B5EF4-FFF2-40B4-BE49-F238E27FC236}">
                <a16:creationId xmlns:a16="http://schemas.microsoft.com/office/drawing/2014/main" id="{323F2DDC-0D87-ADF9-7E7A-DC4E11A766B4}"/>
              </a:ext>
            </a:extLst>
          </p:cNvPr>
          <p:cNvSpPr>
            <a:spLocks noGrp="1"/>
          </p:cNvSpPr>
          <p:nvPr>
            <p:ph type="subTitle" idx="1"/>
          </p:nvPr>
        </p:nvSpPr>
        <p:spPr/>
        <p:txBody>
          <a:bodyPr/>
          <a:lstStyle/>
          <a:p>
            <a:r>
              <a:rPr lang="en-US" altLang="ko-KR" dirty="0">
                <a:solidFill>
                  <a:srgbClr val="FF007A"/>
                </a:solidFill>
              </a:rPr>
              <a:t>Online &amp; On-premise Office </a:t>
            </a:r>
            <a:r>
              <a:rPr lang="en-US" altLang="ko-KR" dirty="0"/>
              <a:t>for Every Workflow</a:t>
            </a:r>
          </a:p>
        </p:txBody>
      </p:sp>
      <p:cxnSp>
        <p:nvCxnSpPr>
          <p:cNvPr id="4" name="직선 연결선 3">
            <a:extLst>
              <a:ext uri="{FF2B5EF4-FFF2-40B4-BE49-F238E27FC236}">
                <a16:creationId xmlns:a16="http://schemas.microsoft.com/office/drawing/2014/main" id="{ABC00DB6-8DB3-503D-DED1-58D0F2A296C8}"/>
              </a:ext>
            </a:extLst>
          </p:cNvPr>
          <p:cNvCxnSpPr>
            <a:cxnSpLocks/>
          </p:cNvCxnSpPr>
          <p:nvPr/>
        </p:nvCxnSpPr>
        <p:spPr>
          <a:xfrm>
            <a:off x="3036000" y="3399473"/>
            <a:ext cx="6120000" cy="0"/>
          </a:xfrm>
          <a:prstGeom prst="line">
            <a:avLst/>
          </a:prstGeom>
          <a:ln w="9525">
            <a:solidFill>
              <a:srgbClr val="FF007A"/>
            </a:solidFill>
          </a:ln>
        </p:spPr>
        <p:style>
          <a:lnRef idx="1">
            <a:schemeClr val="accent1"/>
          </a:lnRef>
          <a:fillRef idx="0">
            <a:schemeClr val="accent1"/>
          </a:fillRef>
          <a:effectRef idx="0">
            <a:schemeClr val="accent1"/>
          </a:effectRef>
          <a:fontRef idx="minor">
            <a:schemeClr val="tx1"/>
          </a:fontRef>
        </p:style>
      </p:cxnSp>
      <p:cxnSp>
        <p:nvCxnSpPr>
          <p:cNvPr id="5" name="직선 연결선 4">
            <a:extLst>
              <a:ext uri="{FF2B5EF4-FFF2-40B4-BE49-F238E27FC236}">
                <a16:creationId xmlns:a16="http://schemas.microsoft.com/office/drawing/2014/main" id="{F879E114-043F-7B69-35ED-88B3CCFF1653}"/>
              </a:ext>
            </a:extLst>
          </p:cNvPr>
          <p:cNvCxnSpPr>
            <a:cxnSpLocks/>
          </p:cNvCxnSpPr>
          <p:nvPr/>
        </p:nvCxnSpPr>
        <p:spPr>
          <a:xfrm>
            <a:off x="3036000" y="3428048"/>
            <a:ext cx="6120000" cy="0"/>
          </a:xfrm>
          <a:prstGeom prst="line">
            <a:avLst/>
          </a:prstGeom>
          <a:ln w="9525">
            <a:solidFill>
              <a:srgbClr val="FF007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7684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0A87000-AC20-E2A8-7434-2FBD5393DE62}"/>
              </a:ext>
            </a:extLst>
          </p:cNvPr>
          <p:cNvSpPr>
            <a:spLocks noGrp="1"/>
          </p:cNvSpPr>
          <p:nvPr>
            <p:ph type="title"/>
          </p:nvPr>
        </p:nvSpPr>
        <p:spPr/>
        <p:txBody>
          <a:bodyPr>
            <a:normAutofit/>
          </a:bodyPr>
          <a:lstStyle/>
          <a:p>
            <a:r>
              <a:rPr lang="en-US" altLang="ko-KR" b="1" dirty="0">
                <a:solidFill>
                  <a:srgbClr val="FF007A"/>
                </a:solidFill>
              </a:rPr>
              <a:t>Productivity</a:t>
            </a:r>
            <a:endParaRPr lang="ko-KR" altLang="en-US" b="1" dirty="0">
              <a:solidFill>
                <a:srgbClr val="FF007A"/>
              </a:solidFill>
            </a:endParaRPr>
          </a:p>
        </p:txBody>
      </p:sp>
      <p:sp>
        <p:nvSpPr>
          <p:cNvPr id="3" name="내용 개체 틀 2">
            <a:extLst>
              <a:ext uri="{FF2B5EF4-FFF2-40B4-BE49-F238E27FC236}">
                <a16:creationId xmlns:a16="http://schemas.microsoft.com/office/drawing/2014/main" id="{556F5FD5-3F8F-2534-9B67-B5F7C677FFBA}"/>
              </a:ext>
            </a:extLst>
          </p:cNvPr>
          <p:cNvSpPr>
            <a:spLocks noGrp="1"/>
          </p:cNvSpPr>
          <p:nvPr>
            <p:ph idx="1"/>
          </p:nvPr>
        </p:nvSpPr>
        <p:spPr/>
        <p:txBody>
          <a:bodyPr/>
          <a:lstStyle/>
          <a:p>
            <a:r>
              <a:rPr lang="en-US" altLang="ko-KR" dirty="0"/>
              <a:t>HTML5 based Word, Spreadsheet, and Presentation Editor</a:t>
            </a:r>
          </a:p>
          <a:p>
            <a:r>
              <a:rPr lang="en-US" altLang="ko-KR" dirty="0"/>
              <a:t>Real-time collaborative editing</a:t>
            </a:r>
          </a:p>
          <a:p>
            <a:r>
              <a:rPr lang="en-US" altLang="ko-KR" dirty="0"/>
              <a:t>Support for the latest MS Office features and high compatibility</a:t>
            </a:r>
          </a:p>
          <a:p>
            <a:r>
              <a:rPr lang="en-US" altLang="ko-KR" dirty="0"/>
              <a:t>Native-like high performance and clear rendering</a:t>
            </a:r>
          </a:p>
          <a:p>
            <a:r>
              <a:rPr lang="en-US" altLang="ko-KR" dirty="0"/>
              <a:t>Compare and review documents with track changes</a:t>
            </a:r>
          </a:p>
          <a:p>
            <a:r>
              <a:rPr lang="en-US" altLang="ko-KR" dirty="0"/>
              <a:t>Communicate with in-app chat and comment</a:t>
            </a:r>
            <a:endParaRPr lang="ko-KR" altLang="en-US" dirty="0"/>
          </a:p>
        </p:txBody>
      </p:sp>
      <p:sp>
        <p:nvSpPr>
          <p:cNvPr id="4" name="슬라이드 번호 개체 틀 3">
            <a:extLst>
              <a:ext uri="{FF2B5EF4-FFF2-40B4-BE49-F238E27FC236}">
                <a16:creationId xmlns:a16="http://schemas.microsoft.com/office/drawing/2014/main" id="{0624B1D6-DF4C-AB47-FC14-4B8F1D832BE8}"/>
              </a:ext>
            </a:extLst>
          </p:cNvPr>
          <p:cNvSpPr>
            <a:spLocks noGrp="1"/>
          </p:cNvSpPr>
          <p:nvPr>
            <p:ph type="sldNum" sz="quarter" idx="12"/>
          </p:nvPr>
        </p:nvSpPr>
        <p:spPr/>
        <p:txBody>
          <a:bodyPr/>
          <a:lstStyle/>
          <a:p>
            <a:fld id="{E33DF12E-2A0B-4C47-AB1F-7415796A11A5}" type="slidenum">
              <a:rPr lang="ko-KR" altLang="en-US" smtClean="0"/>
              <a:t>2</a:t>
            </a:fld>
            <a:endParaRPr lang="ko-KR" altLang="en-US"/>
          </a:p>
        </p:txBody>
      </p:sp>
    </p:spTree>
    <p:extLst>
      <p:ext uri="{BB962C8B-B14F-4D97-AF65-F5344CB8AC3E}">
        <p14:creationId xmlns:p14="http://schemas.microsoft.com/office/powerpoint/2010/main" val="2985000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570EB6-086B-EC4E-6414-2CED2E040661}"/>
              </a:ext>
            </a:extLst>
          </p:cNvPr>
          <p:cNvSpPr>
            <a:spLocks noGrp="1"/>
          </p:cNvSpPr>
          <p:nvPr>
            <p:ph type="title"/>
          </p:nvPr>
        </p:nvSpPr>
        <p:spPr/>
        <p:txBody>
          <a:bodyPr>
            <a:normAutofit/>
          </a:bodyPr>
          <a:lstStyle/>
          <a:p>
            <a:r>
              <a:rPr lang="en-US" altLang="ko-KR" b="1" dirty="0">
                <a:solidFill>
                  <a:srgbClr val="FF007A"/>
                </a:solidFill>
              </a:rPr>
              <a:t>Flexibility</a:t>
            </a:r>
            <a:endParaRPr lang="ko-KR" altLang="en-US" b="1" dirty="0">
              <a:solidFill>
                <a:srgbClr val="FF007A"/>
              </a:solidFill>
            </a:endParaRPr>
          </a:p>
        </p:txBody>
      </p:sp>
      <p:sp>
        <p:nvSpPr>
          <p:cNvPr id="3" name="내용 개체 틀 2">
            <a:extLst>
              <a:ext uri="{FF2B5EF4-FFF2-40B4-BE49-F238E27FC236}">
                <a16:creationId xmlns:a16="http://schemas.microsoft.com/office/drawing/2014/main" id="{90606F44-1BC1-091F-2CEE-11C24FB8C548}"/>
              </a:ext>
            </a:extLst>
          </p:cNvPr>
          <p:cNvSpPr>
            <a:spLocks noGrp="1"/>
          </p:cNvSpPr>
          <p:nvPr>
            <p:ph idx="1"/>
          </p:nvPr>
        </p:nvSpPr>
        <p:spPr/>
        <p:txBody>
          <a:bodyPr>
            <a:normAutofit/>
          </a:bodyPr>
          <a:lstStyle/>
          <a:p>
            <a:r>
              <a:rPr lang="en-US" altLang="ko-KR" dirty="0"/>
              <a:t>Cloud office with white labeling support</a:t>
            </a:r>
          </a:p>
          <a:p>
            <a:r>
              <a:rPr lang="en-US" altLang="ko-KR" dirty="0"/>
              <a:t>On-premise and cloud offerings</a:t>
            </a:r>
          </a:p>
          <a:p>
            <a:r>
              <a:rPr lang="en-US" altLang="ko-KR" dirty="0"/>
              <a:t>Flexible pricing for all sizes and types of business</a:t>
            </a:r>
          </a:p>
          <a:p>
            <a:r>
              <a:rPr lang="en-US" altLang="ko-KR" dirty="0"/>
              <a:t>Organize products by use and need</a:t>
            </a:r>
          </a:p>
          <a:p>
            <a:pPr marL="457200" lvl="1" indent="0">
              <a:buNone/>
            </a:pPr>
            <a:r>
              <a:rPr lang="en-US" altLang="ko-KR" sz="2800" dirty="0"/>
              <a:t>– viewer, editor, collaboration, serverless, etc.</a:t>
            </a:r>
          </a:p>
          <a:p>
            <a:r>
              <a:rPr lang="en-US" altLang="ko-KR" dirty="0"/>
              <a:t>Customizable UI/UX for brand unity</a:t>
            </a:r>
            <a:endParaRPr lang="ko-KR" altLang="en-US" dirty="0"/>
          </a:p>
        </p:txBody>
      </p:sp>
      <p:sp>
        <p:nvSpPr>
          <p:cNvPr id="4" name="슬라이드 번호 개체 틀 3">
            <a:extLst>
              <a:ext uri="{FF2B5EF4-FFF2-40B4-BE49-F238E27FC236}">
                <a16:creationId xmlns:a16="http://schemas.microsoft.com/office/drawing/2014/main" id="{48AD537C-D65F-64DF-217C-DB422F6654BF}"/>
              </a:ext>
            </a:extLst>
          </p:cNvPr>
          <p:cNvSpPr>
            <a:spLocks noGrp="1"/>
          </p:cNvSpPr>
          <p:nvPr>
            <p:ph type="sldNum" sz="quarter" idx="12"/>
          </p:nvPr>
        </p:nvSpPr>
        <p:spPr/>
        <p:txBody>
          <a:bodyPr/>
          <a:lstStyle/>
          <a:p>
            <a:fld id="{E33DF12E-2A0B-4C47-AB1F-7415796A11A5}" type="slidenum">
              <a:rPr lang="ko-KR" altLang="en-US" smtClean="0"/>
              <a:t>3</a:t>
            </a:fld>
            <a:endParaRPr lang="ko-KR" altLang="en-US"/>
          </a:p>
        </p:txBody>
      </p:sp>
    </p:spTree>
    <p:extLst>
      <p:ext uri="{BB962C8B-B14F-4D97-AF65-F5344CB8AC3E}">
        <p14:creationId xmlns:p14="http://schemas.microsoft.com/office/powerpoint/2010/main" val="1897088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570EB6-086B-EC4E-6414-2CED2E040661}"/>
              </a:ext>
            </a:extLst>
          </p:cNvPr>
          <p:cNvSpPr>
            <a:spLocks noGrp="1"/>
          </p:cNvSpPr>
          <p:nvPr>
            <p:ph type="title"/>
          </p:nvPr>
        </p:nvSpPr>
        <p:spPr/>
        <p:txBody>
          <a:bodyPr>
            <a:normAutofit/>
          </a:bodyPr>
          <a:lstStyle/>
          <a:p>
            <a:r>
              <a:rPr lang="en-US" altLang="ko-KR" b="1" dirty="0">
                <a:solidFill>
                  <a:srgbClr val="FF007A"/>
                </a:solidFill>
              </a:rPr>
              <a:t>Convenience​</a:t>
            </a:r>
            <a:endParaRPr lang="ko-KR" altLang="en-US" b="1" dirty="0">
              <a:solidFill>
                <a:srgbClr val="FF007A"/>
              </a:solidFill>
            </a:endParaRPr>
          </a:p>
        </p:txBody>
      </p:sp>
      <p:sp>
        <p:nvSpPr>
          <p:cNvPr id="3" name="내용 개체 틀 2">
            <a:extLst>
              <a:ext uri="{FF2B5EF4-FFF2-40B4-BE49-F238E27FC236}">
                <a16:creationId xmlns:a16="http://schemas.microsoft.com/office/drawing/2014/main" id="{90606F44-1BC1-091F-2CEE-11C24FB8C548}"/>
              </a:ext>
            </a:extLst>
          </p:cNvPr>
          <p:cNvSpPr>
            <a:spLocks noGrp="1"/>
          </p:cNvSpPr>
          <p:nvPr>
            <p:ph idx="1"/>
          </p:nvPr>
        </p:nvSpPr>
        <p:spPr/>
        <p:txBody>
          <a:bodyPr>
            <a:normAutofit/>
          </a:bodyPr>
          <a:lstStyle/>
          <a:p>
            <a:r>
              <a:rPr lang="en-US" altLang="ko-KR" dirty="0"/>
              <a:t>Online editors for word, spreadsheet, and presentation</a:t>
            </a:r>
          </a:p>
          <a:p>
            <a:r>
              <a:rPr lang="en-US" altLang="ko-KR" dirty="0"/>
              <a:t>Compliant with Web Standards – HTML5 / CSS3 / JS</a:t>
            </a:r>
          </a:p>
          <a:p>
            <a:r>
              <a:rPr lang="en-US" altLang="ko-KR" dirty="0"/>
              <a:t>Support for any browser, and OS</a:t>
            </a:r>
          </a:p>
          <a:p>
            <a:pPr marL="457200" lvl="1" indent="0">
              <a:buNone/>
            </a:pPr>
            <a:r>
              <a:rPr lang="en-US" altLang="ko-KR" sz="2800" dirty="0"/>
              <a:t>– OS: Windows / MacOS / Linux</a:t>
            </a:r>
          </a:p>
          <a:p>
            <a:pPr marL="457200" lvl="1" indent="0">
              <a:buNone/>
            </a:pPr>
            <a:r>
              <a:rPr lang="en-US" altLang="ko-KR" sz="2800" dirty="0"/>
              <a:t>– Browser: Chrome / Edge / Safari / Firefox / etc.</a:t>
            </a:r>
            <a:endParaRPr lang="ko-KR" altLang="en-US" sz="2800" dirty="0"/>
          </a:p>
        </p:txBody>
      </p:sp>
      <p:sp>
        <p:nvSpPr>
          <p:cNvPr id="4" name="슬라이드 번호 개체 틀 3">
            <a:extLst>
              <a:ext uri="{FF2B5EF4-FFF2-40B4-BE49-F238E27FC236}">
                <a16:creationId xmlns:a16="http://schemas.microsoft.com/office/drawing/2014/main" id="{48AD537C-D65F-64DF-217C-DB422F6654BF}"/>
              </a:ext>
            </a:extLst>
          </p:cNvPr>
          <p:cNvSpPr>
            <a:spLocks noGrp="1"/>
          </p:cNvSpPr>
          <p:nvPr>
            <p:ph type="sldNum" sz="quarter" idx="12"/>
          </p:nvPr>
        </p:nvSpPr>
        <p:spPr/>
        <p:txBody>
          <a:bodyPr/>
          <a:lstStyle/>
          <a:p>
            <a:fld id="{E33DF12E-2A0B-4C47-AB1F-7415796A11A5}" type="slidenum">
              <a:rPr lang="ko-KR" altLang="en-US" smtClean="0"/>
              <a:t>4</a:t>
            </a:fld>
            <a:endParaRPr lang="ko-KR" altLang="en-US"/>
          </a:p>
        </p:txBody>
      </p:sp>
    </p:spTree>
    <p:extLst>
      <p:ext uri="{BB962C8B-B14F-4D97-AF65-F5344CB8AC3E}">
        <p14:creationId xmlns:p14="http://schemas.microsoft.com/office/powerpoint/2010/main" val="2034318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1">
            <a:extLst>
              <a:ext uri="{FF2B5EF4-FFF2-40B4-BE49-F238E27FC236}">
                <a16:creationId xmlns:a16="http://schemas.microsoft.com/office/drawing/2014/main" id="{4EBDDD19-9CA0-2869-C77A-6F7262EC17D2}"/>
              </a:ext>
            </a:extLst>
          </p:cNvPr>
          <p:cNvSpPr/>
          <p:nvPr/>
        </p:nvSpPr>
        <p:spPr>
          <a:xfrm>
            <a:off x="7812316" y="2133600"/>
            <a:ext cx="4379684" cy="472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76F91342-2DED-7638-2523-4AD0002A561B}"/>
              </a:ext>
            </a:extLst>
          </p:cNvPr>
          <p:cNvSpPr>
            <a:spLocks noGrp="1"/>
          </p:cNvSpPr>
          <p:nvPr>
            <p:ph type="title"/>
          </p:nvPr>
        </p:nvSpPr>
        <p:spPr/>
        <p:txBody>
          <a:bodyPr/>
          <a:lstStyle/>
          <a:p>
            <a:r>
              <a:rPr lang="en-US" altLang="ko-KR" b="1" dirty="0">
                <a:latin typeface="+mn-lt"/>
              </a:rPr>
              <a:t>Lorem ipsum</a:t>
            </a:r>
            <a:endParaRPr lang="ko-KR" altLang="en-US" b="1" dirty="0">
              <a:latin typeface="+mn-lt"/>
            </a:endParaRPr>
          </a:p>
        </p:txBody>
      </p:sp>
      <p:sp>
        <p:nvSpPr>
          <p:cNvPr id="3" name="슬라이드 번호 개체 틀 2">
            <a:extLst>
              <a:ext uri="{FF2B5EF4-FFF2-40B4-BE49-F238E27FC236}">
                <a16:creationId xmlns:a16="http://schemas.microsoft.com/office/drawing/2014/main" id="{DAC0577C-35D9-E2AB-3DF6-37B18C9CD3EA}"/>
              </a:ext>
            </a:extLst>
          </p:cNvPr>
          <p:cNvSpPr>
            <a:spLocks noGrp="1"/>
          </p:cNvSpPr>
          <p:nvPr>
            <p:ph type="sldNum" sz="quarter" idx="12"/>
          </p:nvPr>
        </p:nvSpPr>
        <p:spPr/>
        <p:txBody>
          <a:bodyPr/>
          <a:lstStyle/>
          <a:p>
            <a:fld id="{E33DF12E-2A0B-4C47-AB1F-7415796A11A5}" type="slidenum">
              <a:rPr lang="ko-KR" altLang="en-US" smtClean="0"/>
              <a:t>5</a:t>
            </a:fld>
            <a:endParaRPr lang="ko-KR" altLang="en-US" dirty="0"/>
          </a:p>
        </p:txBody>
      </p:sp>
      <p:graphicFrame>
        <p:nvGraphicFramePr>
          <p:cNvPr id="4" name="Chart 2">
            <a:extLst>
              <a:ext uri="{FF2B5EF4-FFF2-40B4-BE49-F238E27FC236}">
                <a16:creationId xmlns:a16="http://schemas.microsoft.com/office/drawing/2014/main" id="{85943D0C-3812-3154-CB66-5DED89DF1E4E}"/>
              </a:ext>
            </a:extLst>
          </p:cNvPr>
          <p:cNvGraphicFramePr/>
          <p:nvPr>
            <p:extLst>
              <p:ext uri="{D42A27DB-BD31-4B8C-83A1-F6EECF244321}">
                <p14:modId xmlns:p14="http://schemas.microsoft.com/office/powerpoint/2010/main" val="1475110615"/>
              </p:ext>
            </p:extLst>
          </p:nvPr>
        </p:nvGraphicFramePr>
        <p:xfrm>
          <a:off x="733853" y="2133600"/>
          <a:ext cx="5986262" cy="3981486"/>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04159E14-91D4-32DE-D673-1393154702E8}"/>
              </a:ext>
            </a:extLst>
          </p:cNvPr>
          <p:cNvSpPr txBox="1"/>
          <p:nvPr/>
        </p:nvSpPr>
        <p:spPr>
          <a:xfrm>
            <a:off x="8202242" y="2950447"/>
            <a:ext cx="2353272" cy="1476558"/>
          </a:xfrm>
          <a:prstGeom prst="rect">
            <a:avLst/>
          </a:prstGeom>
          <a:noFill/>
        </p:spPr>
        <p:txBody>
          <a:bodyPr wrap="square">
            <a:spAutoFit/>
          </a:bodyPr>
          <a:lstStyle/>
          <a:p>
            <a:pPr algn="l">
              <a:lnSpc>
                <a:spcPct val="130000"/>
              </a:lnSpc>
              <a:spcAft>
                <a:spcPts val="600"/>
              </a:spcAft>
            </a:pPr>
            <a:r>
              <a:rPr lang="en-US" sz="1400" i="0" dirty="0">
                <a:solidFill>
                  <a:schemeClr val="bg1"/>
                </a:solidFill>
                <a:effectLst/>
              </a:rPr>
              <a:t>Lorem ipsum dolor sit amet, consectetuer adipiscing elit. Maecenas porttitor congue massa. Fusce posuere, magna sed.</a:t>
            </a:r>
          </a:p>
        </p:txBody>
      </p:sp>
      <p:sp>
        <p:nvSpPr>
          <p:cNvPr id="9" name="TextBox 8">
            <a:extLst>
              <a:ext uri="{FF2B5EF4-FFF2-40B4-BE49-F238E27FC236}">
                <a16:creationId xmlns:a16="http://schemas.microsoft.com/office/drawing/2014/main" id="{D3FC1879-69E6-38F3-EFB8-D098FCA3C06B}"/>
              </a:ext>
            </a:extLst>
          </p:cNvPr>
          <p:cNvSpPr txBox="1"/>
          <p:nvPr/>
        </p:nvSpPr>
        <p:spPr>
          <a:xfrm>
            <a:off x="8202242" y="2361921"/>
            <a:ext cx="2023072" cy="414985"/>
          </a:xfrm>
          <a:prstGeom prst="rect">
            <a:avLst/>
          </a:prstGeom>
          <a:noFill/>
        </p:spPr>
        <p:txBody>
          <a:bodyPr wrap="square">
            <a:spAutoFit/>
          </a:bodyPr>
          <a:lstStyle/>
          <a:p>
            <a:pPr algn="l">
              <a:lnSpc>
                <a:spcPct val="130000"/>
              </a:lnSpc>
              <a:spcAft>
                <a:spcPts val="600"/>
              </a:spcAft>
            </a:pPr>
            <a:r>
              <a:rPr lang="en-US" i="1" dirty="0">
                <a:solidFill>
                  <a:schemeClr val="bg1"/>
                </a:solidFill>
                <a:effectLst/>
              </a:rPr>
              <a:t>01</a:t>
            </a:r>
          </a:p>
        </p:txBody>
      </p:sp>
      <p:sp>
        <p:nvSpPr>
          <p:cNvPr id="10" name="TextBox 9">
            <a:extLst>
              <a:ext uri="{FF2B5EF4-FFF2-40B4-BE49-F238E27FC236}">
                <a16:creationId xmlns:a16="http://schemas.microsoft.com/office/drawing/2014/main" id="{EA804BF9-80B8-B342-D5E5-973673BD760F}"/>
              </a:ext>
            </a:extLst>
          </p:cNvPr>
          <p:cNvSpPr txBox="1"/>
          <p:nvPr/>
        </p:nvSpPr>
        <p:spPr>
          <a:xfrm>
            <a:off x="8202242" y="5445525"/>
            <a:ext cx="3341040" cy="393954"/>
          </a:xfrm>
          <a:prstGeom prst="rect">
            <a:avLst/>
          </a:prstGeom>
          <a:noFill/>
        </p:spPr>
        <p:txBody>
          <a:bodyPr wrap="square">
            <a:spAutoFit/>
          </a:bodyPr>
          <a:lstStyle>
            <a:defPPr>
              <a:defRPr lang="en-US"/>
            </a:defPPr>
            <a:lvl1pPr>
              <a:lnSpc>
                <a:spcPct val="130000"/>
              </a:lnSpc>
              <a:spcAft>
                <a:spcPts val="600"/>
              </a:spcAft>
              <a:defRPr sz="1600" i="1">
                <a:solidFill>
                  <a:schemeClr val="accent2"/>
                </a:solidFill>
                <a:effectLst/>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solidFill>
                  <a:schemeClr val="bg1"/>
                </a:solidFill>
                <a:latin typeface="+mn-lt"/>
              </a:rPr>
              <a:t>Scaling Our Business</a:t>
            </a:r>
          </a:p>
        </p:txBody>
      </p:sp>
      <p:cxnSp>
        <p:nvCxnSpPr>
          <p:cNvPr id="11" name="Straight Connector 15">
            <a:extLst>
              <a:ext uri="{FF2B5EF4-FFF2-40B4-BE49-F238E27FC236}">
                <a16:creationId xmlns:a16="http://schemas.microsoft.com/office/drawing/2014/main" id="{937BD955-7A86-F2F4-4959-64CE8EDD76A8}"/>
              </a:ext>
            </a:extLst>
          </p:cNvPr>
          <p:cNvCxnSpPr>
            <a:cxnSpLocks/>
          </p:cNvCxnSpPr>
          <p:nvPr/>
        </p:nvCxnSpPr>
        <p:spPr>
          <a:xfrm>
            <a:off x="8264469" y="5288865"/>
            <a:ext cx="3278813" cy="0"/>
          </a:xfrm>
          <a:prstGeom prst="line">
            <a:avLst/>
          </a:prstGeom>
          <a:ln w="12700">
            <a:solidFill>
              <a:schemeClr val="bg1">
                <a:lumMod val="65000"/>
                <a:alpha val="50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FF04A4C-8BA0-AB10-8930-0A76122FFA48}"/>
              </a:ext>
            </a:extLst>
          </p:cNvPr>
          <p:cNvSpPr txBox="1"/>
          <p:nvPr/>
        </p:nvSpPr>
        <p:spPr>
          <a:xfrm>
            <a:off x="4752992" y="818734"/>
            <a:ext cx="2088681" cy="584006"/>
          </a:xfrm>
          <a:prstGeom prst="rect">
            <a:avLst/>
          </a:prstGeom>
          <a:noFill/>
        </p:spPr>
        <p:txBody>
          <a:bodyPr wrap="square">
            <a:spAutoFit/>
          </a:bodyPr>
          <a:lstStyle>
            <a:defPPr>
              <a:defRPr lang="en-US"/>
            </a:defPPr>
            <a:lvl1pPr>
              <a:lnSpc>
                <a:spcPct val="85000"/>
              </a:lnSpc>
              <a:defRPr sz="5400">
                <a:solidFill>
                  <a:sysClr val="windowText" lastClr="000000"/>
                </a:solidFill>
                <a:latin typeface="+mj-lt"/>
              </a:defRPr>
            </a:lvl1pPr>
          </a:lstStyle>
          <a:p>
            <a:r>
              <a:rPr lang="en-US" sz="3600" i="1" dirty="0">
                <a:solidFill>
                  <a:schemeClr val="bg1">
                    <a:lumMod val="65000"/>
                  </a:schemeClr>
                </a:solidFill>
                <a:latin typeface="+mn-lt"/>
              </a:rPr>
              <a:t>revenue</a:t>
            </a:r>
            <a:endParaRPr lang="en-US" dirty="0">
              <a:solidFill>
                <a:schemeClr val="tx1">
                  <a:lumMod val="85000"/>
                  <a:lumOff val="15000"/>
                </a:schemeClr>
              </a:solidFill>
              <a:latin typeface="+mn-lt"/>
            </a:endParaRPr>
          </a:p>
        </p:txBody>
      </p:sp>
    </p:spTree>
    <p:extLst>
      <p:ext uri="{BB962C8B-B14F-4D97-AF65-F5344CB8AC3E}">
        <p14:creationId xmlns:p14="http://schemas.microsoft.com/office/powerpoint/2010/main" val="1205904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56A380F-7BA8-5BA3-D71C-FE2B61669AB5}"/>
              </a:ext>
            </a:extLst>
          </p:cNvPr>
          <p:cNvSpPr>
            <a:spLocks noGrp="1"/>
          </p:cNvSpPr>
          <p:nvPr>
            <p:ph type="title"/>
          </p:nvPr>
        </p:nvSpPr>
        <p:spPr/>
        <p:txBody>
          <a:bodyPr/>
          <a:lstStyle/>
          <a:p>
            <a:r>
              <a:rPr lang="en-US" altLang="ko-KR" b="1" dirty="0">
                <a:latin typeface="+mn-lt"/>
              </a:rPr>
              <a:t>Lorem ipsum</a:t>
            </a:r>
            <a:endParaRPr lang="ko-KR" altLang="en-US" dirty="0">
              <a:latin typeface="+mn-lt"/>
            </a:endParaRPr>
          </a:p>
        </p:txBody>
      </p:sp>
      <p:sp>
        <p:nvSpPr>
          <p:cNvPr id="3" name="슬라이드 번호 개체 틀 2">
            <a:extLst>
              <a:ext uri="{FF2B5EF4-FFF2-40B4-BE49-F238E27FC236}">
                <a16:creationId xmlns:a16="http://schemas.microsoft.com/office/drawing/2014/main" id="{A195770C-7704-EC05-F2B6-FBFD90285934}"/>
              </a:ext>
            </a:extLst>
          </p:cNvPr>
          <p:cNvSpPr>
            <a:spLocks noGrp="1"/>
          </p:cNvSpPr>
          <p:nvPr>
            <p:ph type="sldNum" sz="quarter" idx="12"/>
          </p:nvPr>
        </p:nvSpPr>
        <p:spPr/>
        <p:txBody>
          <a:bodyPr/>
          <a:lstStyle/>
          <a:p>
            <a:fld id="{E33DF12E-2A0B-4C47-AB1F-7415796A11A5}" type="slidenum">
              <a:rPr lang="ko-KR" altLang="en-US" smtClean="0"/>
              <a:t>6</a:t>
            </a:fld>
            <a:endParaRPr lang="ko-KR" altLang="en-US" dirty="0"/>
          </a:p>
        </p:txBody>
      </p:sp>
      <p:graphicFrame>
        <p:nvGraphicFramePr>
          <p:cNvPr id="4" name="Google Shape;464;p25">
            <a:extLst>
              <a:ext uri="{FF2B5EF4-FFF2-40B4-BE49-F238E27FC236}">
                <a16:creationId xmlns:a16="http://schemas.microsoft.com/office/drawing/2014/main" id="{D60B6B44-1EB6-89E2-418C-C51A5B99F9A6}"/>
              </a:ext>
            </a:extLst>
          </p:cNvPr>
          <p:cNvGraphicFramePr/>
          <p:nvPr>
            <p:extLst>
              <p:ext uri="{D42A27DB-BD31-4B8C-83A1-F6EECF244321}">
                <p14:modId xmlns:p14="http://schemas.microsoft.com/office/powerpoint/2010/main" val="74626703"/>
              </p:ext>
            </p:extLst>
          </p:nvPr>
        </p:nvGraphicFramePr>
        <p:xfrm>
          <a:off x="852513" y="2064317"/>
          <a:ext cx="10486974" cy="3215595"/>
        </p:xfrm>
        <a:graphic>
          <a:graphicData uri="http://schemas.openxmlformats.org/drawingml/2006/table">
            <a:tbl>
              <a:tblPr firstRow="1" bandRow="1">
                <a:noFill/>
              </a:tblPr>
              <a:tblGrid>
                <a:gridCol w="624976">
                  <a:extLst>
                    <a:ext uri="{9D8B030D-6E8A-4147-A177-3AD203B41FA5}">
                      <a16:colId xmlns:a16="http://schemas.microsoft.com/office/drawing/2014/main" val="4159653531"/>
                    </a:ext>
                  </a:extLst>
                </a:gridCol>
                <a:gridCol w="2870682">
                  <a:extLst>
                    <a:ext uri="{9D8B030D-6E8A-4147-A177-3AD203B41FA5}">
                      <a16:colId xmlns:a16="http://schemas.microsoft.com/office/drawing/2014/main" val="20000"/>
                    </a:ext>
                  </a:extLst>
                </a:gridCol>
                <a:gridCol w="1747829">
                  <a:extLst>
                    <a:ext uri="{9D8B030D-6E8A-4147-A177-3AD203B41FA5}">
                      <a16:colId xmlns:a16="http://schemas.microsoft.com/office/drawing/2014/main" val="20001"/>
                    </a:ext>
                  </a:extLst>
                </a:gridCol>
                <a:gridCol w="1747829">
                  <a:extLst>
                    <a:ext uri="{9D8B030D-6E8A-4147-A177-3AD203B41FA5}">
                      <a16:colId xmlns:a16="http://schemas.microsoft.com/office/drawing/2014/main" val="20002"/>
                    </a:ext>
                  </a:extLst>
                </a:gridCol>
                <a:gridCol w="1747829">
                  <a:extLst>
                    <a:ext uri="{9D8B030D-6E8A-4147-A177-3AD203B41FA5}">
                      <a16:colId xmlns:a16="http://schemas.microsoft.com/office/drawing/2014/main" val="20003"/>
                    </a:ext>
                  </a:extLst>
                </a:gridCol>
                <a:gridCol w="1747829">
                  <a:extLst>
                    <a:ext uri="{9D8B030D-6E8A-4147-A177-3AD203B41FA5}">
                      <a16:colId xmlns:a16="http://schemas.microsoft.com/office/drawing/2014/main" val="20004"/>
                    </a:ext>
                  </a:extLst>
                </a:gridCol>
              </a:tblGrid>
              <a:tr h="671550">
                <a:tc>
                  <a:txBody>
                    <a:bodyPr/>
                    <a:lstStyle/>
                    <a:p>
                      <a:pPr marL="0" marR="0" lvl="0" indent="0" algn="ctr" rtl="0">
                        <a:spcBef>
                          <a:spcPts val="0"/>
                        </a:spcBef>
                        <a:spcAft>
                          <a:spcPts val="0"/>
                        </a:spcAft>
                        <a:buNone/>
                      </a:pPr>
                      <a:r>
                        <a:rPr lang="en-US" sz="1600" b="0" u="none" strike="noStrike" cap="none" dirty="0">
                          <a:solidFill>
                            <a:schemeClr val="lt1"/>
                          </a:solidFill>
                          <a:latin typeface="+mn-lt"/>
                          <a:ea typeface="Calibri"/>
                          <a:cs typeface="Calibri"/>
                          <a:sym typeface="Calibri"/>
                        </a:rPr>
                        <a:t>No</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solidFill>
                  </a:tcPr>
                </a:tc>
                <a:tc>
                  <a:txBody>
                    <a:bodyPr/>
                    <a:lstStyle/>
                    <a:p>
                      <a:pPr marL="0" marR="0" lvl="0" indent="0" algn="ctr" rtl="0">
                        <a:spcBef>
                          <a:spcPts val="0"/>
                        </a:spcBef>
                        <a:spcAft>
                          <a:spcPts val="0"/>
                        </a:spcAft>
                        <a:buNone/>
                      </a:pPr>
                      <a:r>
                        <a:rPr lang="en-US" sz="1600" b="0" u="none" strike="noStrike" cap="none" dirty="0">
                          <a:solidFill>
                            <a:schemeClr val="lt1"/>
                          </a:solidFill>
                          <a:latin typeface="+mn-lt"/>
                          <a:ea typeface="Calibri"/>
                          <a:cs typeface="Calibri"/>
                          <a:sym typeface="Calibri"/>
                        </a:rPr>
                        <a:t>Project 01</a:t>
                      </a:r>
                      <a:endParaRPr sz="1600" b="0" u="none" strike="noStrike" cap="none" dirty="0">
                        <a:solidFill>
                          <a:schemeClr val="lt1"/>
                        </a:solidFill>
                        <a:latin typeface="+mn-lt"/>
                        <a:ea typeface="Calibri"/>
                        <a:cs typeface="Calibri"/>
                        <a:sym typeface="Calibri"/>
                      </a:endParaRPr>
                    </a:p>
                  </a:txBody>
                  <a:tcPr marL="85727" marR="85727" marT="45956" marB="45956"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n-lt"/>
                          <a:ea typeface="Calibri"/>
                          <a:cs typeface="Calibri"/>
                          <a:sym typeface="Calibri"/>
                        </a:rPr>
                        <a:t>Project 02</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n-lt"/>
                          <a:ea typeface="Calibri"/>
                          <a:cs typeface="Calibri"/>
                          <a:sym typeface="Calibri"/>
                        </a:rPr>
                        <a:t>Project 03</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n-lt"/>
                          <a:ea typeface="Calibri"/>
                          <a:cs typeface="Calibri"/>
                          <a:sym typeface="Calibri"/>
                        </a:rPr>
                        <a:t>Project 04</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n-lt"/>
                          <a:ea typeface="Calibri"/>
                          <a:cs typeface="Calibri"/>
                          <a:sym typeface="Calibri"/>
                        </a:rPr>
                        <a:t>Project 05</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5088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01</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 dolor sit </a:t>
                      </a:r>
                      <a:r>
                        <a:rPr kumimoji="0" lang="en-US" sz="1400" b="0" i="0" u="none" strike="noStrike" kern="1200" cap="none" spc="0" normalizeH="0" baseline="0" noProof="0" dirty="0" err="1">
                          <a:ln>
                            <a:noFill/>
                          </a:ln>
                          <a:solidFill>
                            <a:srgbClr val="595959"/>
                          </a:solidFill>
                          <a:effectLst/>
                          <a:uLnTx/>
                          <a:uFillTx/>
                          <a:latin typeface="+mn-lt"/>
                          <a:ea typeface="Calibri"/>
                          <a:cs typeface="Calibri"/>
                          <a:sym typeface="Calibri"/>
                        </a:rPr>
                        <a:t>amet</a:t>
                      </a:r>
                      <a:endPar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endParaRPr>
                    </a:p>
                  </a:txBody>
                  <a:tcPr marL="85727" marR="85727" marT="45956" marB="45956"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95959"/>
                          </a:solidFill>
                          <a:effectLst/>
                          <a:uLnTx/>
                          <a:uFillTx/>
                          <a:latin typeface="+mn-lt"/>
                          <a:ea typeface="Calibri"/>
                          <a:cs typeface="Calibri"/>
                          <a:sym typeface="Calibri"/>
                        </a:rPr>
                        <a:t>Lorem ipsum dolor</a:t>
                      </a:r>
                      <a:endPar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endParaRP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95959"/>
                          </a:solidFill>
                          <a:effectLst/>
                          <a:uLnTx/>
                          <a:uFillTx/>
                          <a:latin typeface="+mn-lt"/>
                          <a:ea typeface="Calibri"/>
                          <a:cs typeface="Calibri"/>
                          <a:sym typeface="Calibri"/>
                        </a:rPr>
                        <a:t>Lorem ipsum dolor</a:t>
                      </a:r>
                      <a:endPar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endParaRP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95959"/>
                          </a:solidFill>
                          <a:effectLst/>
                          <a:uLnTx/>
                          <a:uFillTx/>
                          <a:latin typeface="+mn-lt"/>
                          <a:ea typeface="Calibri"/>
                          <a:cs typeface="Calibri"/>
                          <a:sym typeface="Calibri"/>
                        </a:rPr>
                        <a:t>Lorem ipsum dolor</a:t>
                      </a:r>
                      <a:endPar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endParaRP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extLst>
                  <a:ext uri="{0D108BD9-81ED-4DB2-BD59-A6C34878D82A}">
                    <a16:rowId xmlns:a16="http://schemas.microsoft.com/office/drawing/2014/main" val="10001"/>
                  </a:ext>
                </a:extLst>
              </a:tr>
              <a:tr h="5088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02</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8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95959"/>
                          </a:solidFill>
                          <a:effectLst/>
                          <a:uLnTx/>
                          <a:uFillTx/>
                          <a:latin typeface="+mn-lt"/>
                          <a:ea typeface="Calibri"/>
                          <a:cs typeface="Calibri"/>
                          <a:sym typeface="Calibri"/>
                        </a:rPr>
                        <a:t>Lorem ipsum dolor</a:t>
                      </a:r>
                      <a:endPar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endParaRPr>
                    </a:p>
                  </a:txBody>
                  <a:tcPr marL="85727" marR="85727" marT="45956" marB="45956"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8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 dolor</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8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8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 dolor</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8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95959"/>
                          </a:solidFill>
                          <a:effectLst/>
                          <a:uLnTx/>
                          <a:uFillTx/>
                          <a:latin typeface="+mn-lt"/>
                          <a:ea typeface="Calibri"/>
                          <a:cs typeface="Calibri"/>
                          <a:sym typeface="Calibri"/>
                        </a:rPr>
                        <a:t>Lorem ipsum dolor</a:t>
                      </a:r>
                      <a:endPar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endParaRP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85000"/>
                        <a:alpha val="50000"/>
                      </a:schemeClr>
                    </a:solidFill>
                  </a:tcPr>
                </a:tc>
                <a:extLst>
                  <a:ext uri="{0D108BD9-81ED-4DB2-BD59-A6C34878D82A}">
                    <a16:rowId xmlns:a16="http://schemas.microsoft.com/office/drawing/2014/main" val="10002"/>
                  </a:ext>
                </a:extLst>
              </a:tr>
              <a:tr h="5088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03</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 dolor sit </a:t>
                      </a:r>
                      <a:r>
                        <a:rPr kumimoji="0" lang="en-US" sz="1400" b="0" i="0" u="none" strike="noStrike" kern="1200" cap="none" spc="0" normalizeH="0" baseline="0" noProof="0" dirty="0" err="1">
                          <a:ln>
                            <a:noFill/>
                          </a:ln>
                          <a:solidFill>
                            <a:srgbClr val="595959"/>
                          </a:solidFill>
                          <a:effectLst/>
                          <a:uLnTx/>
                          <a:uFillTx/>
                          <a:latin typeface="+mn-lt"/>
                          <a:ea typeface="Calibri"/>
                          <a:cs typeface="Calibri"/>
                          <a:sym typeface="Calibri"/>
                        </a:rPr>
                        <a:t>amet</a:t>
                      </a:r>
                      <a:endPar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endParaRPr>
                    </a:p>
                  </a:txBody>
                  <a:tcPr marL="85727" marR="85727" marT="45956" marB="45956"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 dolor</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 dolor</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 dolor</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extLst>
                  <a:ext uri="{0D108BD9-81ED-4DB2-BD59-A6C34878D82A}">
                    <a16:rowId xmlns:a16="http://schemas.microsoft.com/office/drawing/2014/main" val="10003"/>
                  </a:ext>
                </a:extLst>
              </a:tr>
              <a:tr h="5088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04</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8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95959"/>
                          </a:solidFill>
                          <a:effectLst/>
                          <a:uLnTx/>
                          <a:uFillTx/>
                          <a:latin typeface="+mn-lt"/>
                          <a:ea typeface="Calibri"/>
                          <a:cs typeface="Calibri"/>
                          <a:sym typeface="Calibri"/>
                        </a:rPr>
                        <a:t>Lorem ipsum dolor</a:t>
                      </a:r>
                      <a:endPar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endParaRPr>
                    </a:p>
                  </a:txBody>
                  <a:tcPr marL="85727" marR="85727" marT="45956" marB="45956"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8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95959"/>
                          </a:solidFill>
                          <a:effectLst/>
                          <a:uLnTx/>
                          <a:uFillTx/>
                          <a:latin typeface="+mn-lt"/>
                          <a:ea typeface="Calibri"/>
                          <a:cs typeface="Calibri"/>
                          <a:sym typeface="Calibri"/>
                        </a:rPr>
                        <a:t>Lorem ipsum dolor</a:t>
                      </a:r>
                      <a:endPar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endParaRP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8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95959"/>
                          </a:solidFill>
                          <a:effectLst/>
                          <a:uLnTx/>
                          <a:uFillTx/>
                          <a:latin typeface="+mn-lt"/>
                          <a:ea typeface="Calibri"/>
                          <a:cs typeface="Calibri"/>
                          <a:sym typeface="Calibri"/>
                        </a:rPr>
                        <a:t>Lorem ipsum dolor</a:t>
                      </a:r>
                      <a:endPar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endParaRP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8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 dolor</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8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 dolor</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85000"/>
                        <a:alpha val="50000"/>
                      </a:schemeClr>
                    </a:solidFill>
                  </a:tcPr>
                </a:tc>
                <a:extLst>
                  <a:ext uri="{0D108BD9-81ED-4DB2-BD59-A6C34878D82A}">
                    <a16:rowId xmlns:a16="http://schemas.microsoft.com/office/drawing/2014/main" val="10004"/>
                  </a:ext>
                </a:extLst>
              </a:tr>
              <a:tr h="5088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05</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 dolor sit </a:t>
                      </a:r>
                      <a:r>
                        <a:rPr kumimoji="0" lang="en-US" sz="1400" b="0" i="0" u="none" strike="noStrike" kern="1200" cap="none" spc="0" normalizeH="0" baseline="0" noProof="0" dirty="0" err="1">
                          <a:ln>
                            <a:noFill/>
                          </a:ln>
                          <a:solidFill>
                            <a:srgbClr val="595959"/>
                          </a:solidFill>
                          <a:effectLst/>
                          <a:uLnTx/>
                          <a:uFillTx/>
                          <a:latin typeface="+mn-lt"/>
                          <a:ea typeface="Calibri"/>
                          <a:cs typeface="Calibri"/>
                          <a:sym typeface="Calibri"/>
                        </a:rPr>
                        <a:t>amet</a:t>
                      </a:r>
                      <a:endPar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endParaRPr>
                    </a:p>
                  </a:txBody>
                  <a:tcPr marL="85727" marR="85727" marT="45956" marB="45956"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 dolor</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 dolor</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mn-lt"/>
                          <a:ea typeface="Calibri"/>
                          <a:cs typeface="Calibri"/>
                          <a:sym typeface="Calibri"/>
                        </a:rPr>
                        <a:t>Lorem ipsum</a:t>
                      </a:r>
                    </a:p>
                  </a:txBody>
                  <a:tcPr marL="85727" marR="85727" marT="45956" marB="45956"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alpha val="50000"/>
                      </a:schemeClr>
                    </a:solid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EA60A3C4-7858-8CDD-E5D1-89726CDB7997}"/>
              </a:ext>
            </a:extLst>
          </p:cNvPr>
          <p:cNvSpPr txBox="1"/>
          <p:nvPr/>
        </p:nvSpPr>
        <p:spPr>
          <a:xfrm>
            <a:off x="852513" y="5684515"/>
            <a:ext cx="4620974" cy="480901"/>
          </a:xfrm>
          <a:prstGeom prst="rect">
            <a:avLst/>
          </a:prstGeom>
          <a:noFill/>
        </p:spPr>
        <p:txBody>
          <a:bodyPr wrap="square">
            <a:spAutoFit/>
          </a:bodyPr>
          <a:lstStyle>
            <a:defPPr>
              <a:defRPr lang="en-US"/>
            </a:defPPr>
            <a:lvl1pPr>
              <a:lnSpc>
                <a:spcPct val="130000"/>
              </a:lnSpc>
              <a:spcAft>
                <a:spcPts val="600"/>
              </a:spcAft>
              <a:defRPr sz="1400" i="0">
                <a:solidFill>
                  <a:schemeClr val="tx1">
                    <a:lumMod val="65000"/>
                    <a:lumOff val="35000"/>
                  </a:schemeClr>
                </a:solidFill>
                <a:effectLst/>
                <a:latin typeface="+mj-lt"/>
              </a:defRPr>
            </a:lvl1pPr>
          </a:lstStyle>
          <a:p>
            <a:r>
              <a:rPr lang="en-US" sz="1000" dirty="0">
                <a:latin typeface="+mn-lt"/>
              </a:rPr>
              <a:t>Lorem ipsum dolor sit amet, consectetuer adipiscing elit. Maecenas porttitor congue massa. Fusce posuere, magna sed pulvinar </a:t>
            </a:r>
            <a:r>
              <a:rPr lang="en-US" sz="1000" dirty="0" err="1">
                <a:latin typeface="+mn-lt"/>
              </a:rPr>
              <a:t>ultricies</a:t>
            </a:r>
            <a:r>
              <a:rPr lang="en-US" sz="1000" dirty="0">
                <a:latin typeface="+mn-lt"/>
              </a:rPr>
              <a:t>.</a:t>
            </a:r>
          </a:p>
        </p:txBody>
      </p:sp>
      <p:sp>
        <p:nvSpPr>
          <p:cNvPr id="7" name="TextBox 6">
            <a:extLst>
              <a:ext uri="{FF2B5EF4-FFF2-40B4-BE49-F238E27FC236}">
                <a16:creationId xmlns:a16="http://schemas.microsoft.com/office/drawing/2014/main" id="{729B22BD-B65F-07F1-0F3C-D42A32DC1F6E}"/>
              </a:ext>
            </a:extLst>
          </p:cNvPr>
          <p:cNvSpPr txBox="1"/>
          <p:nvPr/>
        </p:nvSpPr>
        <p:spPr>
          <a:xfrm>
            <a:off x="4752992" y="818734"/>
            <a:ext cx="2088681" cy="563231"/>
          </a:xfrm>
          <a:prstGeom prst="rect">
            <a:avLst/>
          </a:prstGeom>
          <a:noFill/>
        </p:spPr>
        <p:txBody>
          <a:bodyPr wrap="square">
            <a:spAutoFit/>
          </a:bodyPr>
          <a:lstStyle>
            <a:defPPr>
              <a:defRPr lang="en-US"/>
            </a:defPPr>
            <a:lvl1pPr>
              <a:lnSpc>
                <a:spcPct val="85000"/>
              </a:lnSpc>
              <a:defRPr sz="5400">
                <a:solidFill>
                  <a:sysClr val="windowText" lastClr="000000"/>
                </a:solidFill>
                <a:latin typeface="+mj-lt"/>
              </a:defRPr>
            </a:lvl1pPr>
          </a:lstStyle>
          <a:p>
            <a:r>
              <a:rPr lang="en-US" sz="3600" i="1" dirty="0">
                <a:solidFill>
                  <a:schemeClr val="bg1">
                    <a:lumMod val="65000"/>
                  </a:schemeClr>
                </a:solidFill>
                <a:latin typeface="+mn-lt"/>
              </a:rPr>
              <a:t>table</a:t>
            </a:r>
            <a:endParaRPr lang="en-US" dirty="0">
              <a:solidFill>
                <a:schemeClr val="tx1">
                  <a:lumMod val="85000"/>
                  <a:lumOff val="15000"/>
                </a:schemeClr>
              </a:solidFill>
              <a:latin typeface="+mn-lt"/>
            </a:endParaRPr>
          </a:p>
        </p:txBody>
      </p:sp>
    </p:spTree>
    <p:extLst>
      <p:ext uri="{BB962C8B-B14F-4D97-AF65-F5344CB8AC3E}">
        <p14:creationId xmlns:p14="http://schemas.microsoft.com/office/powerpoint/2010/main" val="302212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82443-29BF-47CB-A064-3EFB2176194E}"/>
              </a:ext>
            </a:extLst>
          </p:cNvPr>
          <p:cNvSpPr>
            <a:spLocks noGrp="1"/>
          </p:cNvSpPr>
          <p:nvPr>
            <p:ph type="title"/>
          </p:nvPr>
        </p:nvSpPr>
        <p:spPr/>
        <p:txBody>
          <a:bodyPr/>
          <a:lstStyle/>
          <a:p>
            <a:r>
              <a:rPr lang="da-DK" b="1" dirty="0">
                <a:latin typeface="+mn-lt"/>
              </a:rPr>
              <a:t>Lorem ipsum</a:t>
            </a:r>
            <a:endParaRPr lang="en-US" b="1" dirty="0">
              <a:latin typeface="+mn-lt"/>
            </a:endParaRPr>
          </a:p>
        </p:txBody>
      </p:sp>
      <p:sp>
        <p:nvSpPr>
          <p:cNvPr id="206" name="Rectangle 386">
            <a:extLst>
              <a:ext uri="{FF2B5EF4-FFF2-40B4-BE49-F238E27FC236}">
                <a16:creationId xmlns:a16="http://schemas.microsoft.com/office/drawing/2014/main" id="{E1808B84-AD43-402B-A527-F052BFED596D}"/>
              </a:ext>
            </a:extLst>
          </p:cNvPr>
          <p:cNvSpPr>
            <a:spLocks noChangeArrowheads="1"/>
          </p:cNvSpPr>
          <p:nvPr/>
        </p:nvSpPr>
        <p:spPr bwMode="auto">
          <a:xfrm>
            <a:off x="1729583" y="3205165"/>
            <a:ext cx="38100" cy="1636713"/>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207" name="Freeform 387">
            <a:extLst>
              <a:ext uri="{FF2B5EF4-FFF2-40B4-BE49-F238E27FC236}">
                <a16:creationId xmlns:a16="http://schemas.microsoft.com/office/drawing/2014/main" id="{F8280C89-999D-458E-A480-87DFE650E81D}"/>
              </a:ext>
            </a:extLst>
          </p:cNvPr>
          <p:cNvSpPr>
            <a:spLocks/>
          </p:cNvSpPr>
          <p:nvPr/>
        </p:nvSpPr>
        <p:spPr bwMode="auto">
          <a:xfrm>
            <a:off x="1312070" y="4572002"/>
            <a:ext cx="903287" cy="536575"/>
          </a:xfrm>
          <a:custGeom>
            <a:avLst/>
            <a:gdLst>
              <a:gd name="T0" fmla="*/ 532 w 569"/>
              <a:gd name="T1" fmla="*/ 338 h 338"/>
              <a:gd name="T2" fmla="*/ 38 w 569"/>
              <a:gd name="T3" fmla="*/ 338 h 338"/>
              <a:gd name="T4" fmla="*/ 38 w 569"/>
              <a:gd name="T5" fmla="*/ 338 h 338"/>
              <a:gd name="T6" fmla="*/ 30 w 569"/>
              <a:gd name="T7" fmla="*/ 338 h 338"/>
              <a:gd name="T8" fmla="*/ 23 w 569"/>
              <a:gd name="T9" fmla="*/ 336 h 338"/>
              <a:gd name="T10" fmla="*/ 17 w 569"/>
              <a:gd name="T11" fmla="*/ 332 h 338"/>
              <a:gd name="T12" fmla="*/ 11 w 569"/>
              <a:gd name="T13" fmla="*/ 327 h 338"/>
              <a:gd name="T14" fmla="*/ 7 w 569"/>
              <a:gd name="T15" fmla="*/ 322 h 338"/>
              <a:gd name="T16" fmla="*/ 3 w 569"/>
              <a:gd name="T17" fmla="*/ 315 h 338"/>
              <a:gd name="T18" fmla="*/ 1 w 569"/>
              <a:gd name="T19" fmla="*/ 308 h 338"/>
              <a:gd name="T20" fmla="*/ 0 w 569"/>
              <a:gd name="T21" fmla="*/ 300 h 338"/>
              <a:gd name="T22" fmla="*/ 0 w 569"/>
              <a:gd name="T23" fmla="*/ 37 h 338"/>
              <a:gd name="T24" fmla="*/ 0 w 569"/>
              <a:gd name="T25" fmla="*/ 37 h 338"/>
              <a:gd name="T26" fmla="*/ 1 w 569"/>
              <a:gd name="T27" fmla="*/ 31 h 338"/>
              <a:gd name="T28" fmla="*/ 3 w 569"/>
              <a:gd name="T29" fmla="*/ 23 h 338"/>
              <a:gd name="T30" fmla="*/ 7 w 569"/>
              <a:gd name="T31" fmla="*/ 16 h 338"/>
              <a:gd name="T32" fmla="*/ 11 w 569"/>
              <a:gd name="T33" fmla="*/ 11 h 338"/>
              <a:gd name="T34" fmla="*/ 17 w 569"/>
              <a:gd name="T35" fmla="*/ 6 h 338"/>
              <a:gd name="T36" fmla="*/ 23 w 569"/>
              <a:gd name="T37" fmla="*/ 3 h 338"/>
              <a:gd name="T38" fmla="*/ 30 w 569"/>
              <a:gd name="T39" fmla="*/ 1 h 338"/>
              <a:gd name="T40" fmla="*/ 38 w 569"/>
              <a:gd name="T41" fmla="*/ 0 h 338"/>
              <a:gd name="T42" fmla="*/ 532 w 569"/>
              <a:gd name="T43" fmla="*/ 0 h 338"/>
              <a:gd name="T44" fmla="*/ 532 w 569"/>
              <a:gd name="T45" fmla="*/ 0 h 338"/>
              <a:gd name="T46" fmla="*/ 539 w 569"/>
              <a:gd name="T47" fmla="*/ 1 h 338"/>
              <a:gd name="T48" fmla="*/ 547 w 569"/>
              <a:gd name="T49" fmla="*/ 3 h 338"/>
              <a:gd name="T50" fmla="*/ 553 w 569"/>
              <a:gd name="T51" fmla="*/ 6 h 338"/>
              <a:gd name="T52" fmla="*/ 558 w 569"/>
              <a:gd name="T53" fmla="*/ 11 h 338"/>
              <a:gd name="T54" fmla="*/ 563 w 569"/>
              <a:gd name="T55" fmla="*/ 16 h 338"/>
              <a:gd name="T56" fmla="*/ 567 w 569"/>
              <a:gd name="T57" fmla="*/ 23 h 338"/>
              <a:gd name="T58" fmla="*/ 569 w 569"/>
              <a:gd name="T59" fmla="*/ 31 h 338"/>
              <a:gd name="T60" fmla="*/ 569 w 569"/>
              <a:gd name="T61" fmla="*/ 37 h 338"/>
              <a:gd name="T62" fmla="*/ 569 w 569"/>
              <a:gd name="T63" fmla="*/ 300 h 338"/>
              <a:gd name="T64" fmla="*/ 569 w 569"/>
              <a:gd name="T65" fmla="*/ 300 h 338"/>
              <a:gd name="T66" fmla="*/ 569 w 569"/>
              <a:gd name="T67" fmla="*/ 308 h 338"/>
              <a:gd name="T68" fmla="*/ 567 w 569"/>
              <a:gd name="T69" fmla="*/ 315 h 338"/>
              <a:gd name="T70" fmla="*/ 563 w 569"/>
              <a:gd name="T71" fmla="*/ 322 h 338"/>
              <a:gd name="T72" fmla="*/ 558 w 569"/>
              <a:gd name="T73" fmla="*/ 327 h 338"/>
              <a:gd name="T74" fmla="*/ 553 w 569"/>
              <a:gd name="T75" fmla="*/ 332 h 338"/>
              <a:gd name="T76" fmla="*/ 547 w 569"/>
              <a:gd name="T77" fmla="*/ 336 h 338"/>
              <a:gd name="T78" fmla="*/ 539 w 569"/>
              <a:gd name="T79" fmla="*/ 338 h 338"/>
              <a:gd name="T80" fmla="*/ 532 w 569"/>
              <a:gd name="T81" fmla="*/ 338 h 338"/>
              <a:gd name="T82" fmla="*/ 532 w 569"/>
              <a:gd name="T83" fmla="*/ 33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69" h="338">
                <a:moveTo>
                  <a:pt x="532" y="338"/>
                </a:moveTo>
                <a:lnTo>
                  <a:pt x="38" y="338"/>
                </a:lnTo>
                <a:lnTo>
                  <a:pt x="38" y="338"/>
                </a:lnTo>
                <a:lnTo>
                  <a:pt x="30" y="338"/>
                </a:lnTo>
                <a:lnTo>
                  <a:pt x="23" y="336"/>
                </a:lnTo>
                <a:lnTo>
                  <a:pt x="17" y="332"/>
                </a:lnTo>
                <a:lnTo>
                  <a:pt x="11" y="327"/>
                </a:lnTo>
                <a:lnTo>
                  <a:pt x="7" y="322"/>
                </a:lnTo>
                <a:lnTo>
                  <a:pt x="3" y="315"/>
                </a:lnTo>
                <a:lnTo>
                  <a:pt x="1" y="308"/>
                </a:lnTo>
                <a:lnTo>
                  <a:pt x="0" y="300"/>
                </a:lnTo>
                <a:lnTo>
                  <a:pt x="0" y="37"/>
                </a:lnTo>
                <a:lnTo>
                  <a:pt x="0" y="37"/>
                </a:lnTo>
                <a:lnTo>
                  <a:pt x="1" y="31"/>
                </a:lnTo>
                <a:lnTo>
                  <a:pt x="3" y="23"/>
                </a:lnTo>
                <a:lnTo>
                  <a:pt x="7" y="16"/>
                </a:lnTo>
                <a:lnTo>
                  <a:pt x="11" y="11"/>
                </a:lnTo>
                <a:lnTo>
                  <a:pt x="17" y="6"/>
                </a:lnTo>
                <a:lnTo>
                  <a:pt x="23" y="3"/>
                </a:lnTo>
                <a:lnTo>
                  <a:pt x="30" y="1"/>
                </a:lnTo>
                <a:lnTo>
                  <a:pt x="38" y="0"/>
                </a:lnTo>
                <a:lnTo>
                  <a:pt x="532" y="0"/>
                </a:lnTo>
                <a:lnTo>
                  <a:pt x="532" y="0"/>
                </a:lnTo>
                <a:lnTo>
                  <a:pt x="539" y="1"/>
                </a:lnTo>
                <a:lnTo>
                  <a:pt x="547" y="3"/>
                </a:lnTo>
                <a:lnTo>
                  <a:pt x="553" y="6"/>
                </a:lnTo>
                <a:lnTo>
                  <a:pt x="558" y="11"/>
                </a:lnTo>
                <a:lnTo>
                  <a:pt x="563" y="16"/>
                </a:lnTo>
                <a:lnTo>
                  <a:pt x="567" y="23"/>
                </a:lnTo>
                <a:lnTo>
                  <a:pt x="569" y="31"/>
                </a:lnTo>
                <a:lnTo>
                  <a:pt x="569" y="37"/>
                </a:lnTo>
                <a:lnTo>
                  <a:pt x="569" y="300"/>
                </a:lnTo>
                <a:lnTo>
                  <a:pt x="569" y="300"/>
                </a:lnTo>
                <a:lnTo>
                  <a:pt x="569" y="308"/>
                </a:lnTo>
                <a:lnTo>
                  <a:pt x="567" y="315"/>
                </a:lnTo>
                <a:lnTo>
                  <a:pt x="563" y="322"/>
                </a:lnTo>
                <a:lnTo>
                  <a:pt x="558" y="327"/>
                </a:lnTo>
                <a:lnTo>
                  <a:pt x="553" y="332"/>
                </a:lnTo>
                <a:lnTo>
                  <a:pt x="547" y="336"/>
                </a:lnTo>
                <a:lnTo>
                  <a:pt x="539" y="338"/>
                </a:lnTo>
                <a:lnTo>
                  <a:pt x="532" y="338"/>
                </a:lnTo>
                <a:lnTo>
                  <a:pt x="532" y="33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208" name="Rectangle 388">
            <a:extLst>
              <a:ext uri="{FF2B5EF4-FFF2-40B4-BE49-F238E27FC236}">
                <a16:creationId xmlns:a16="http://schemas.microsoft.com/office/drawing/2014/main" id="{AA534ED5-5F13-4BE4-885E-7BA0AA7C7CB4}"/>
              </a:ext>
            </a:extLst>
          </p:cNvPr>
          <p:cNvSpPr>
            <a:spLocks noChangeArrowheads="1"/>
          </p:cNvSpPr>
          <p:nvPr/>
        </p:nvSpPr>
        <p:spPr bwMode="auto">
          <a:xfrm>
            <a:off x="4622008" y="4032252"/>
            <a:ext cx="39687" cy="809625"/>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209" name="Rectangle 389">
            <a:extLst>
              <a:ext uri="{FF2B5EF4-FFF2-40B4-BE49-F238E27FC236}">
                <a16:creationId xmlns:a16="http://schemas.microsoft.com/office/drawing/2014/main" id="{55B85C0C-5560-40DA-82B8-FDE156F5CDC4}"/>
              </a:ext>
            </a:extLst>
          </p:cNvPr>
          <p:cNvSpPr>
            <a:spLocks noChangeArrowheads="1"/>
          </p:cNvSpPr>
          <p:nvPr/>
        </p:nvSpPr>
        <p:spPr bwMode="auto">
          <a:xfrm>
            <a:off x="4515645" y="4013202"/>
            <a:ext cx="252412" cy="38100"/>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210" name="Rectangle 390">
            <a:extLst>
              <a:ext uri="{FF2B5EF4-FFF2-40B4-BE49-F238E27FC236}">
                <a16:creationId xmlns:a16="http://schemas.microsoft.com/office/drawing/2014/main" id="{4EB5A221-32C1-4112-847F-92C91539B7BA}"/>
              </a:ext>
            </a:extLst>
          </p:cNvPr>
          <p:cNvSpPr>
            <a:spLocks noChangeArrowheads="1"/>
          </p:cNvSpPr>
          <p:nvPr/>
        </p:nvSpPr>
        <p:spPr bwMode="auto">
          <a:xfrm>
            <a:off x="7523958" y="3205165"/>
            <a:ext cx="38100" cy="1636713"/>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211" name="Rectangle 391">
            <a:extLst>
              <a:ext uri="{FF2B5EF4-FFF2-40B4-BE49-F238E27FC236}">
                <a16:creationId xmlns:a16="http://schemas.microsoft.com/office/drawing/2014/main" id="{803A63ED-894F-4728-924B-FA9A976B6244}"/>
              </a:ext>
            </a:extLst>
          </p:cNvPr>
          <p:cNvSpPr>
            <a:spLocks noChangeArrowheads="1"/>
          </p:cNvSpPr>
          <p:nvPr/>
        </p:nvSpPr>
        <p:spPr bwMode="auto">
          <a:xfrm>
            <a:off x="9456966" y="4096332"/>
            <a:ext cx="39687" cy="809625"/>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212" name="Rectangle 392">
            <a:extLst>
              <a:ext uri="{FF2B5EF4-FFF2-40B4-BE49-F238E27FC236}">
                <a16:creationId xmlns:a16="http://schemas.microsoft.com/office/drawing/2014/main" id="{4093F8D8-F8D7-4153-B1CF-C3CB4D3B0398}"/>
              </a:ext>
            </a:extLst>
          </p:cNvPr>
          <p:cNvSpPr>
            <a:spLocks noChangeArrowheads="1"/>
          </p:cNvSpPr>
          <p:nvPr/>
        </p:nvSpPr>
        <p:spPr bwMode="auto">
          <a:xfrm>
            <a:off x="9349016" y="4077282"/>
            <a:ext cx="254000" cy="38100"/>
          </a:xfrm>
          <a:prstGeom prst="rect">
            <a:avLst/>
          </a:prstGeom>
          <a:solidFill>
            <a:srgbClr val="A02B93"/>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213" name="Freeform 393">
            <a:extLst>
              <a:ext uri="{FF2B5EF4-FFF2-40B4-BE49-F238E27FC236}">
                <a16:creationId xmlns:a16="http://schemas.microsoft.com/office/drawing/2014/main" id="{907F6C73-976E-4EA4-BAF5-20EF46DC2F20}"/>
              </a:ext>
            </a:extLst>
          </p:cNvPr>
          <p:cNvSpPr>
            <a:spLocks/>
          </p:cNvSpPr>
          <p:nvPr/>
        </p:nvSpPr>
        <p:spPr bwMode="auto">
          <a:xfrm>
            <a:off x="348458" y="4572002"/>
            <a:ext cx="904875" cy="536575"/>
          </a:xfrm>
          <a:custGeom>
            <a:avLst/>
            <a:gdLst>
              <a:gd name="T0" fmla="*/ 533 w 570"/>
              <a:gd name="T1" fmla="*/ 338 h 338"/>
              <a:gd name="T2" fmla="*/ 38 w 570"/>
              <a:gd name="T3" fmla="*/ 338 h 338"/>
              <a:gd name="T4" fmla="*/ 38 w 570"/>
              <a:gd name="T5" fmla="*/ 338 h 338"/>
              <a:gd name="T6" fmla="*/ 31 w 570"/>
              <a:gd name="T7" fmla="*/ 338 h 338"/>
              <a:gd name="T8" fmla="*/ 23 w 570"/>
              <a:gd name="T9" fmla="*/ 336 h 338"/>
              <a:gd name="T10" fmla="*/ 17 w 570"/>
              <a:gd name="T11" fmla="*/ 332 h 338"/>
              <a:gd name="T12" fmla="*/ 11 w 570"/>
              <a:gd name="T13" fmla="*/ 327 h 338"/>
              <a:gd name="T14" fmla="*/ 7 w 570"/>
              <a:gd name="T15" fmla="*/ 322 h 338"/>
              <a:gd name="T16" fmla="*/ 3 w 570"/>
              <a:gd name="T17" fmla="*/ 315 h 338"/>
              <a:gd name="T18" fmla="*/ 1 w 570"/>
              <a:gd name="T19" fmla="*/ 308 h 338"/>
              <a:gd name="T20" fmla="*/ 0 w 570"/>
              <a:gd name="T21" fmla="*/ 300 h 338"/>
              <a:gd name="T22" fmla="*/ 0 w 570"/>
              <a:gd name="T23" fmla="*/ 37 h 338"/>
              <a:gd name="T24" fmla="*/ 0 w 570"/>
              <a:gd name="T25" fmla="*/ 37 h 338"/>
              <a:gd name="T26" fmla="*/ 1 w 570"/>
              <a:gd name="T27" fmla="*/ 31 h 338"/>
              <a:gd name="T28" fmla="*/ 3 w 570"/>
              <a:gd name="T29" fmla="*/ 23 h 338"/>
              <a:gd name="T30" fmla="*/ 7 w 570"/>
              <a:gd name="T31" fmla="*/ 16 h 338"/>
              <a:gd name="T32" fmla="*/ 11 w 570"/>
              <a:gd name="T33" fmla="*/ 11 h 338"/>
              <a:gd name="T34" fmla="*/ 17 w 570"/>
              <a:gd name="T35" fmla="*/ 6 h 338"/>
              <a:gd name="T36" fmla="*/ 23 w 570"/>
              <a:gd name="T37" fmla="*/ 3 h 338"/>
              <a:gd name="T38" fmla="*/ 31 w 570"/>
              <a:gd name="T39" fmla="*/ 1 h 338"/>
              <a:gd name="T40" fmla="*/ 38 w 570"/>
              <a:gd name="T41" fmla="*/ 0 h 338"/>
              <a:gd name="T42" fmla="*/ 533 w 570"/>
              <a:gd name="T43" fmla="*/ 0 h 338"/>
              <a:gd name="T44" fmla="*/ 533 w 570"/>
              <a:gd name="T45" fmla="*/ 0 h 338"/>
              <a:gd name="T46" fmla="*/ 540 w 570"/>
              <a:gd name="T47" fmla="*/ 1 h 338"/>
              <a:gd name="T48" fmla="*/ 547 w 570"/>
              <a:gd name="T49" fmla="*/ 3 h 338"/>
              <a:gd name="T50" fmla="*/ 554 w 570"/>
              <a:gd name="T51" fmla="*/ 6 h 338"/>
              <a:gd name="T52" fmla="*/ 559 w 570"/>
              <a:gd name="T53" fmla="*/ 11 h 338"/>
              <a:gd name="T54" fmla="*/ 564 w 570"/>
              <a:gd name="T55" fmla="*/ 16 h 338"/>
              <a:gd name="T56" fmla="*/ 567 w 570"/>
              <a:gd name="T57" fmla="*/ 23 h 338"/>
              <a:gd name="T58" fmla="*/ 569 w 570"/>
              <a:gd name="T59" fmla="*/ 31 h 338"/>
              <a:gd name="T60" fmla="*/ 570 w 570"/>
              <a:gd name="T61" fmla="*/ 37 h 338"/>
              <a:gd name="T62" fmla="*/ 570 w 570"/>
              <a:gd name="T63" fmla="*/ 300 h 338"/>
              <a:gd name="T64" fmla="*/ 570 w 570"/>
              <a:gd name="T65" fmla="*/ 300 h 338"/>
              <a:gd name="T66" fmla="*/ 569 w 570"/>
              <a:gd name="T67" fmla="*/ 308 h 338"/>
              <a:gd name="T68" fmla="*/ 567 w 570"/>
              <a:gd name="T69" fmla="*/ 315 h 338"/>
              <a:gd name="T70" fmla="*/ 564 w 570"/>
              <a:gd name="T71" fmla="*/ 322 h 338"/>
              <a:gd name="T72" fmla="*/ 559 w 570"/>
              <a:gd name="T73" fmla="*/ 327 h 338"/>
              <a:gd name="T74" fmla="*/ 554 w 570"/>
              <a:gd name="T75" fmla="*/ 332 h 338"/>
              <a:gd name="T76" fmla="*/ 547 w 570"/>
              <a:gd name="T77" fmla="*/ 336 h 338"/>
              <a:gd name="T78" fmla="*/ 540 w 570"/>
              <a:gd name="T79" fmla="*/ 338 h 338"/>
              <a:gd name="T80" fmla="*/ 533 w 570"/>
              <a:gd name="T81" fmla="*/ 338 h 338"/>
              <a:gd name="T82" fmla="*/ 533 w 570"/>
              <a:gd name="T83" fmla="*/ 33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0" h="338">
                <a:moveTo>
                  <a:pt x="533" y="338"/>
                </a:moveTo>
                <a:lnTo>
                  <a:pt x="38" y="338"/>
                </a:lnTo>
                <a:lnTo>
                  <a:pt x="38" y="338"/>
                </a:lnTo>
                <a:lnTo>
                  <a:pt x="31" y="338"/>
                </a:lnTo>
                <a:lnTo>
                  <a:pt x="23" y="336"/>
                </a:lnTo>
                <a:lnTo>
                  <a:pt x="17" y="332"/>
                </a:lnTo>
                <a:lnTo>
                  <a:pt x="11" y="327"/>
                </a:lnTo>
                <a:lnTo>
                  <a:pt x="7" y="322"/>
                </a:lnTo>
                <a:lnTo>
                  <a:pt x="3" y="315"/>
                </a:lnTo>
                <a:lnTo>
                  <a:pt x="1" y="308"/>
                </a:lnTo>
                <a:lnTo>
                  <a:pt x="0" y="300"/>
                </a:lnTo>
                <a:lnTo>
                  <a:pt x="0" y="37"/>
                </a:lnTo>
                <a:lnTo>
                  <a:pt x="0" y="37"/>
                </a:lnTo>
                <a:lnTo>
                  <a:pt x="1" y="31"/>
                </a:lnTo>
                <a:lnTo>
                  <a:pt x="3" y="23"/>
                </a:lnTo>
                <a:lnTo>
                  <a:pt x="7" y="16"/>
                </a:lnTo>
                <a:lnTo>
                  <a:pt x="11" y="11"/>
                </a:lnTo>
                <a:lnTo>
                  <a:pt x="17" y="6"/>
                </a:lnTo>
                <a:lnTo>
                  <a:pt x="23" y="3"/>
                </a:lnTo>
                <a:lnTo>
                  <a:pt x="31" y="1"/>
                </a:lnTo>
                <a:lnTo>
                  <a:pt x="38" y="0"/>
                </a:lnTo>
                <a:lnTo>
                  <a:pt x="533" y="0"/>
                </a:lnTo>
                <a:lnTo>
                  <a:pt x="533" y="0"/>
                </a:lnTo>
                <a:lnTo>
                  <a:pt x="540" y="1"/>
                </a:lnTo>
                <a:lnTo>
                  <a:pt x="547" y="3"/>
                </a:lnTo>
                <a:lnTo>
                  <a:pt x="554" y="6"/>
                </a:lnTo>
                <a:lnTo>
                  <a:pt x="559" y="11"/>
                </a:lnTo>
                <a:lnTo>
                  <a:pt x="564" y="16"/>
                </a:lnTo>
                <a:lnTo>
                  <a:pt x="567" y="23"/>
                </a:lnTo>
                <a:lnTo>
                  <a:pt x="569" y="31"/>
                </a:lnTo>
                <a:lnTo>
                  <a:pt x="570" y="37"/>
                </a:lnTo>
                <a:lnTo>
                  <a:pt x="570" y="300"/>
                </a:lnTo>
                <a:lnTo>
                  <a:pt x="570" y="300"/>
                </a:lnTo>
                <a:lnTo>
                  <a:pt x="569" y="308"/>
                </a:lnTo>
                <a:lnTo>
                  <a:pt x="567" y="315"/>
                </a:lnTo>
                <a:lnTo>
                  <a:pt x="564" y="322"/>
                </a:lnTo>
                <a:lnTo>
                  <a:pt x="559" y="327"/>
                </a:lnTo>
                <a:lnTo>
                  <a:pt x="554" y="332"/>
                </a:lnTo>
                <a:lnTo>
                  <a:pt x="547" y="336"/>
                </a:lnTo>
                <a:lnTo>
                  <a:pt x="540" y="338"/>
                </a:lnTo>
                <a:lnTo>
                  <a:pt x="533" y="338"/>
                </a:lnTo>
                <a:lnTo>
                  <a:pt x="533" y="33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214" name="Rectangle 394">
            <a:extLst>
              <a:ext uri="{FF2B5EF4-FFF2-40B4-BE49-F238E27FC236}">
                <a16:creationId xmlns:a16="http://schemas.microsoft.com/office/drawing/2014/main" id="{9EB03C95-5844-4EC3-9D40-74E3BA968AB0}"/>
              </a:ext>
            </a:extLst>
          </p:cNvPr>
          <p:cNvSpPr>
            <a:spLocks noChangeArrowheads="1"/>
          </p:cNvSpPr>
          <p:nvPr/>
        </p:nvSpPr>
        <p:spPr bwMode="auto">
          <a:xfrm>
            <a:off x="562770" y="4679952"/>
            <a:ext cx="4632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100" b="1" dirty="0">
                <a:solidFill>
                  <a:srgbClr val="FFFFFF"/>
                </a:solidFill>
                <a:latin typeface="+mn-lt"/>
              </a:rPr>
              <a:t>Jan</a:t>
            </a:r>
            <a:endParaRPr lang="en-US" altLang="en-US" sz="2400" dirty="0">
              <a:latin typeface="+mn-lt"/>
            </a:endParaRPr>
          </a:p>
        </p:txBody>
      </p:sp>
      <p:sp>
        <p:nvSpPr>
          <p:cNvPr id="215" name="Rectangle 395">
            <a:extLst>
              <a:ext uri="{FF2B5EF4-FFF2-40B4-BE49-F238E27FC236}">
                <a16:creationId xmlns:a16="http://schemas.microsoft.com/office/drawing/2014/main" id="{460F15FE-BC2E-45DF-9243-C56ED0E14397}"/>
              </a:ext>
            </a:extLst>
          </p:cNvPr>
          <p:cNvSpPr>
            <a:spLocks noChangeArrowheads="1"/>
          </p:cNvSpPr>
          <p:nvPr/>
        </p:nvSpPr>
        <p:spPr bwMode="auto">
          <a:xfrm>
            <a:off x="1534319" y="4679952"/>
            <a:ext cx="47929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100" b="1" dirty="0">
                <a:solidFill>
                  <a:srgbClr val="FFFFFF"/>
                </a:solidFill>
                <a:latin typeface="+mn-lt"/>
              </a:rPr>
              <a:t>Feb</a:t>
            </a:r>
            <a:endParaRPr lang="en-US" altLang="en-US" sz="2400" dirty="0">
              <a:latin typeface="+mn-lt"/>
            </a:endParaRPr>
          </a:p>
        </p:txBody>
      </p:sp>
      <p:sp>
        <p:nvSpPr>
          <p:cNvPr id="216" name="Freeform 396">
            <a:extLst>
              <a:ext uri="{FF2B5EF4-FFF2-40B4-BE49-F238E27FC236}">
                <a16:creationId xmlns:a16="http://schemas.microsoft.com/office/drawing/2014/main" id="{DBE2E860-AF1C-4022-BBF5-DFFDA47130D8}"/>
              </a:ext>
            </a:extLst>
          </p:cNvPr>
          <p:cNvSpPr>
            <a:spLocks/>
          </p:cNvSpPr>
          <p:nvPr/>
        </p:nvSpPr>
        <p:spPr bwMode="auto">
          <a:xfrm>
            <a:off x="2274095" y="4572002"/>
            <a:ext cx="904875" cy="536575"/>
          </a:xfrm>
          <a:custGeom>
            <a:avLst/>
            <a:gdLst>
              <a:gd name="T0" fmla="*/ 533 w 570"/>
              <a:gd name="T1" fmla="*/ 338 h 338"/>
              <a:gd name="T2" fmla="*/ 38 w 570"/>
              <a:gd name="T3" fmla="*/ 338 h 338"/>
              <a:gd name="T4" fmla="*/ 38 w 570"/>
              <a:gd name="T5" fmla="*/ 338 h 338"/>
              <a:gd name="T6" fmla="*/ 31 w 570"/>
              <a:gd name="T7" fmla="*/ 338 h 338"/>
              <a:gd name="T8" fmla="*/ 23 w 570"/>
              <a:gd name="T9" fmla="*/ 336 h 338"/>
              <a:gd name="T10" fmla="*/ 17 w 570"/>
              <a:gd name="T11" fmla="*/ 332 h 338"/>
              <a:gd name="T12" fmla="*/ 11 w 570"/>
              <a:gd name="T13" fmla="*/ 327 h 338"/>
              <a:gd name="T14" fmla="*/ 7 w 570"/>
              <a:gd name="T15" fmla="*/ 322 h 338"/>
              <a:gd name="T16" fmla="*/ 3 w 570"/>
              <a:gd name="T17" fmla="*/ 315 h 338"/>
              <a:gd name="T18" fmla="*/ 1 w 570"/>
              <a:gd name="T19" fmla="*/ 308 h 338"/>
              <a:gd name="T20" fmla="*/ 0 w 570"/>
              <a:gd name="T21" fmla="*/ 300 h 338"/>
              <a:gd name="T22" fmla="*/ 0 w 570"/>
              <a:gd name="T23" fmla="*/ 37 h 338"/>
              <a:gd name="T24" fmla="*/ 0 w 570"/>
              <a:gd name="T25" fmla="*/ 37 h 338"/>
              <a:gd name="T26" fmla="*/ 1 w 570"/>
              <a:gd name="T27" fmla="*/ 31 h 338"/>
              <a:gd name="T28" fmla="*/ 3 w 570"/>
              <a:gd name="T29" fmla="*/ 23 h 338"/>
              <a:gd name="T30" fmla="*/ 7 w 570"/>
              <a:gd name="T31" fmla="*/ 16 h 338"/>
              <a:gd name="T32" fmla="*/ 11 w 570"/>
              <a:gd name="T33" fmla="*/ 11 h 338"/>
              <a:gd name="T34" fmla="*/ 17 w 570"/>
              <a:gd name="T35" fmla="*/ 6 h 338"/>
              <a:gd name="T36" fmla="*/ 23 w 570"/>
              <a:gd name="T37" fmla="*/ 3 h 338"/>
              <a:gd name="T38" fmla="*/ 31 w 570"/>
              <a:gd name="T39" fmla="*/ 1 h 338"/>
              <a:gd name="T40" fmla="*/ 38 w 570"/>
              <a:gd name="T41" fmla="*/ 0 h 338"/>
              <a:gd name="T42" fmla="*/ 533 w 570"/>
              <a:gd name="T43" fmla="*/ 0 h 338"/>
              <a:gd name="T44" fmla="*/ 533 w 570"/>
              <a:gd name="T45" fmla="*/ 0 h 338"/>
              <a:gd name="T46" fmla="*/ 540 w 570"/>
              <a:gd name="T47" fmla="*/ 1 h 338"/>
              <a:gd name="T48" fmla="*/ 547 w 570"/>
              <a:gd name="T49" fmla="*/ 3 h 338"/>
              <a:gd name="T50" fmla="*/ 554 w 570"/>
              <a:gd name="T51" fmla="*/ 6 h 338"/>
              <a:gd name="T52" fmla="*/ 559 w 570"/>
              <a:gd name="T53" fmla="*/ 11 h 338"/>
              <a:gd name="T54" fmla="*/ 564 w 570"/>
              <a:gd name="T55" fmla="*/ 16 h 338"/>
              <a:gd name="T56" fmla="*/ 567 w 570"/>
              <a:gd name="T57" fmla="*/ 23 h 338"/>
              <a:gd name="T58" fmla="*/ 569 w 570"/>
              <a:gd name="T59" fmla="*/ 31 h 338"/>
              <a:gd name="T60" fmla="*/ 570 w 570"/>
              <a:gd name="T61" fmla="*/ 37 h 338"/>
              <a:gd name="T62" fmla="*/ 570 w 570"/>
              <a:gd name="T63" fmla="*/ 300 h 338"/>
              <a:gd name="T64" fmla="*/ 570 w 570"/>
              <a:gd name="T65" fmla="*/ 300 h 338"/>
              <a:gd name="T66" fmla="*/ 569 w 570"/>
              <a:gd name="T67" fmla="*/ 308 h 338"/>
              <a:gd name="T68" fmla="*/ 567 w 570"/>
              <a:gd name="T69" fmla="*/ 315 h 338"/>
              <a:gd name="T70" fmla="*/ 564 w 570"/>
              <a:gd name="T71" fmla="*/ 322 h 338"/>
              <a:gd name="T72" fmla="*/ 559 w 570"/>
              <a:gd name="T73" fmla="*/ 327 h 338"/>
              <a:gd name="T74" fmla="*/ 554 w 570"/>
              <a:gd name="T75" fmla="*/ 332 h 338"/>
              <a:gd name="T76" fmla="*/ 547 w 570"/>
              <a:gd name="T77" fmla="*/ 336 h 338"/>
              <a:gd name="T78" fmla="*/ 540 w 570"/>
              <a:gd name="T79" fmla="*/ 338 h 338"/>
              <a:gd name="T80" fmla="*/ 533 w 570"/>
              <a:gd name="T81" fmla="*/ 338 h 338"/>
              <a:gd name="T82" fmla="*/ 533 w 570"/>
              <a:gd name="T83" fmla="*/ 33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0" h="338">
                <a:moveTo>
                  <a:pt x="533" y="338"/>
                </a:moveTo>
                <a:lnTo>
                  <a:pt x="38" y="338"/>
                </a:lnTo>
                <a:lnTo>
                  <a:pt x="38" y="338"/>
                </a:lnTo>
                <a:lnTo>
                  <a:pt x="31" y="338"/>
                </a:lnTo>
                <a:lnTo>
                  <a:pt x="23" y="336"/>
                </a:lnTo>
                <a:lnTo>
                  <a:pt x="17" y="332"/>
                </a:lnTo>
                <a:lnTo>
                  <a:pt x="11" y="327"/>
                </a:lnTo>
                <a:lnTo>
                  <a:pt x="7" y="322"/>
                </a:lnTo>
                <a:lnTo>
                  <a:pt x="3" y="315"/>
                </a:lnTo>
                <a:lnTo>
                  <a:pt x="1" y="308"/>
                </a:lnTo>
                <a:lnTo>
                  <a:pt x="0" y="300"/>
                </a:lnTo>
                <a:lnTo>
                  <a:pt x="0" y="37"/>
                </a:lnTo>
                <a:lnTo>
                  <a:pt x="0" y="37"/>
                </a:lnTo>
                <a:lnTo>
                  <a:pt x="1" y="31"/>
                </a:lnTo>
                <a:lnTo>
                  <a:pt x="3" y="23"/>
                </a:lnTo>
                <a:lnTo>
                  <a:pt x="7" y="16"/>
                </a:lnTo>
                <a:lnTo>
                  <a:pt x="11" y="11"/>
                </a:lnTo>
                <a:lnTo>
                  <a:pt x="17" y="6"/>
                </a:lnTo>
                <a:lnTo>
                  <a:pt x="23" y="3"/>
                </a:lnTo>
                <a:lnTo>
                  <a:pt x="31" y="1"/>
                </a:lnTo>
                <a:lnTo>
                  <a:pt x="38" y="0"/>
                </a:lnTo>
                <a:lnTo>
                  <a:pt x="533" y="0"/>
                </a:lnTo>
                <a:lnTo>
                  <a:pt x="533" y="0"/>
                </a:lnTo>
                <a:lnTo>
                  <a:pt x="540" y="1"/>
                </a:lnTo>
                <a:lnTo>
                  <a:pt x="547" y="3"/>
                </a:lnTo>
                <a:lnTo>
                  <a:pt x="554" y="6"/>
                </a:lnTo>
                <a:lnTo>
                  <a:pt x="559" y="11"/>
                </a:lnTo>
                <a:lnTo>
                  <a:pt x="564" y="16"/>
                </a:lnTo>
                <a:lnTo>
                  <a:pt x="567" y="23"/>
                </a:lnTo>
                <a:lnTo>
                  <a:pt x="569" y="31"/>
                </a:lnTo>
                <a:lnTo>
                  <a:pt x="570" y="37"/>
                </a:lnTo>
                <a:lnTo>
                  <a:pt x="570" y="300"/>
                </a:lnTo>
                <a:lnTo>
                  <a:pt x="570" y="300"/>
                </a:lnTo>
                <a:lnTo>
                  <a:pt x="569" y="308"/>
                </a:lnTo>
                <a:lnTo>
                  <a:pt x="567" y="315"/>
                </a:lnTo>
                <a:lnTo>
                  <a:pt x="564" y="322"/>
                </a:lnTo>
                <a:lnTo>
                  <a:pt x="559" y="327"/>
                </a:lnTo>
                <a:lnTo>
                  <a:pt x="554" y="332"/>
                </a:lnTo>
                <a:lnTo>
                  <a:pt x="547" y="336"/>
                </a:lnTo>
                <a:lnTo>
                  <a:pt x="540" y="338"/>
                </a:lnTo>
                <a:lnTo>
                  <a:pt x="533" y="338"/>
                </a:lnTo>
                <a:lnTo>
                  <a:pt x="533" y="33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217" name="Freeform 397">
            <a:extLst>
              <a:ext uri="{FF2B5EF4-FFF2-40B4-BE49-F238E27FC236}">
                <a16:creationId xmlns:a16="http://schemas.microsoft.com/office/drawing/2014/main" id="{E3F5F40D-09D7-448A-BB44-56399C8D0605}"/>
              </a:ext>
            </a:extLst>
          </p:cNvPr>
          <p:cNvSpPr>
            <a:spLocks/>
          </p:cNvSpPr>
          <p:nvPr/>
        </p:nvSpPr>
        <p:spPr bwMode="auto">
          <a:xfrm>
            <a:off x="3237708" y="4572002"/>
            <a:ext cx="903287" cy="536575"/>
          </a:xfrm>
          <a:custGeom>
            <a:avLst/>
            <a:gdLst>
              <a:gd name="T0" fmla="*/ 532 w 569"/>
              <a:gd name="T1" fmla="*/ 338 h 338"/>
              <a:gd name="T2" fmla="*/ 38 w 569"/>
              <a:gd name="T3" fmla="*/ 338 h 338"/>
              <a:gd name="T4" fmla="*/ 38 w 569"/>
              <a:gd name="T5" fmla="*/ 338 h 338"/>
              <a:gd name="T6" fmla="*/ 30 w 569"/>
              <a:gd name="T7" fmla="*/ 338 h 338"/>
              <a:gd name="T8" fmla="*/ 23 w 569"/>
              <a:gd name="T9" fmla="*/ 336 h 338"/>
              <a:gd name="T10" fmla="*/ 17 w 569"/>
              <a:gd name="T11" fmla="*/ 332 h 338"/>
              <a:gd name="T12" fmla="*/ 11 w 569"/>
              <a:gd name="T13" fmla="*/ 327 h 338"/>
              <a:gd name="T14" fmla="*/ 7 w 569"/>
              <a:gd name="T15" fmla="*/ 322 h 338"/>
              <a:gd name="T16" fmla="*/ 3 w 569"/>
              <a:gd name="T17" fmla="*/ 315 h 338"/>
              <a:gd name="T18" fmla="*/ 1 w 569"/>
              <a:gd name="T19" fmla="*/ 308 h 338"/>
              <a:gd name="T20" fmla="*/ 0 w 569"/>
              <a:gd name="T21" fmla="*/ 300 h 338"/>
              <a:gd name="T22" fmla="*/ 0 w 569"/>
              <a:gd name="T23" fmla="*/ 37 h 338"/>
              <a:gd name="T24" fmla="*/ 0 w 569"/>
              <a:gd name="T25" fmla="*/ 37 h 338"/>
              <a:gd name="T26" fmla="*/ 1 w 569"/>
              <a:gd name="T27" fmla="*/ 31 h 338"/>
              <a:gd name="T28" fmla="*/ 3 w 569"/>
              <a:gd name="T29" fmla="*/ 23 h 338"/>
              <a:gd name="T30" fmla="*/ 7 w 569"/>
              <a:gd name="T31" fmla="*/ 16 h 338"/>
              <a:gd name="T32" fmla="*/ 11 w 569"/>
              <a:gd name="T33" fmla="*/ 11 h 338"/>
              <a:gd name="T34" fmla="*/ 17 w 569"/>
              <a:gd name="T35" fmla="*/ 6 h 338"/>
              <a:gd name="T36" fmla="*/ 23 w 569"/>
              <a:gd name="T37" fmla="*/ 3 h 338"/>
              <a:gd name="T38" fmla="*/ 30 w 569"/>
              <a:gd name="T39" fmla="*/ 1 h 338"/>
              <a:gd name="T40" fmla="*/ 38 w 569"/>
              <a:gd name="T41" fmla="*/ 0 h 338"/>
              <a:gd name="T42" fmla="*/ 532 w 569"/>
              <a:gd name="T43" fmla="*/ 0 h 338"/>
              <a:gd name="T44" fmla="*/ 532 w 569"/>
              <a:gd name="T45" fmla="*/ 0 h 338"/>
              <a:gd name="T46" fmla="*/ 539 w 569"/>
              <a:gd name="T47" fmla="*/ 1 h 338"/>
              <a:gd name="T48" fmla="*/ 547 w 569"/>
              <a:gd name="T49" fmla="*/ 3 h 338"/>
              <a:gd name="T50" fmla="*/ 553 w 569"/>
              <a:gd name="T51" fmla="*/ 6 h 338"/>
              <a:gd name="T52" fmla="*/ 558 w 569"/>
              <a:gd name="T53" fmla="*/ 11 h 338"/>
              <a:gd name="T54" fmla="*/ 563 w 569"/>
              <a:gd name="T55" fmla="*/ 16 h 338"/>
              <a:gd name="T56" fmla="*/ 567 w 569"/>
              <a:gd name="T57" fmla="*/ 23 h 338"/>
              <a:gd name="T58" fmla="*/ 569 w 569"/>
              <a:gd name="T59" fmla="*/ 31 h 338"/>
              <a:gd name="T60" fmla="*/ 569 w 569"/>
              <a:gd name="T61" fmla="*/ 37 h 338"/>
              <a:gd name="T62" fmla="*/ 569 w 569"/>
              <a:gd name="T63" fmla="*/ 300 h 338"/>
              <a:gd name="T64" fmla="*/ 569 w 569"/>
              <a:gd name="T65" fmla="*/ 300 h 338"/>
              <a:gd name="T66" fmla="*/ 569 w 569"/>
              <a:gd name="T67" fmla="*/ 308 h 338"/>
              <a:gd name="T68" fmla="*/ 567 w 569"/>
              <a:gd name="T69" fmla="*/ 315 h 338"/>
              <a:gd name="T70" fmla="*/ 563 w 569"/>
              <a:gd name="T71" fmla="*/ 322 h 338"/>
              <a:gd name="T72" fmla="*/ 558 w 569"/>
              <a:gd name="T73" fmla="*/ 327 h 338"/>
              <a:gd name="T74" fmla="*/ 553 w 569"/>
              <a:gd name="T75" fmla="*/ 332 h 338"/>
              <a:gd name="T76" fmla="*/ 547 w 569"/>
              <a:gd name="T77" fmla="*/ 336 h 338"/>
              <a:gd name="T78" fmla="*/ 539 w 569"/>
              <a:gd name="T79" fmla="*/ 338 h 338"/>
              <a:gd name="T80" fmla="*/ 532 w 569"/>
              <a:gd name="T81" fmla="*/ 338 h 338"/>
              <a:gd name="T82" fmla="*/ 532 w 569"/>
              <a:gd name="T83" fmla="*/ 33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69" h="338">
                <a:moveTo>
                  <a:pt x="532" y="338"/>
                </a:moveTo>
                <a:lnTo>
                  <a:pt x="38" y="338"/>
                </a:lnTo>
                <a:lnTo>
                  <a:pt x="38" y="338"/>
                </a:lnTo>
                <a:lnTo>
                  <a:pt x="30" y="338"/>
                </a:lnTo>
                <a:lnTo>
                  <a:pt x="23" y="336"/>
                </a:lnTo>
                <a:lnTo>
                  <a:pt x="17" y="332"/>
                </a:lnTo>
                <a:lnTo>
                  <a:pt x="11" y="327"/>
                </a:lnTo>
                <a:lnTo>
                  <a:pt x="7" y="322"/>
                </a:lnTo>
                <a:lnTo>
                  <a:pt x="3" y="315"/>
                </a:lnTo>
                <a:lnTo>
                  <a:pt x="1" y="308"/>
                </a:lnTo>
                <a:lnTo>
                  <a:pt x="0" y="300"/>
                </a:lnTo>
                <a:lnTo>
                  <a:pt x="0" y="37"/>
                </a:lnTo>
                <a:lnTo>
                  <a:pt x="0" y="37"/>
                </a:lnTo>
                <a:lnTo>
                  <a:pt x="1" y="31"/>
                </a:lnTo>
                <a:lnTo>
                  <a:pt x="3" y="23"/>
                </a:lnTo>
                <a:lnTo>
                  <a:pt x="7" y="16"/>
                </a:lnTo>
                <a:lnTo>
                  <a:pt x="11" y="11"/>
                </a:lnTo>
                <a:lnTo>
                  <a:pt x="17" y="6"/>
                </a:lnTo>
                <a:lnTo>
                  <a:pt x="23" y="3"/>
                </a:lnTo>
                <a:lnTo>
                  <a:pt x="30" y="1"/>
                </a:lnTo>
                <a:lnTo>
                  <a:pt x="38" y="0"/>
                </a:lnTo>
                <a:lnTo>
                  <a:pt x="532" y="0"/>
                </a:lnTo>
                <a:lnTo>
                  <a:pt x="532" y="0"/>
                </a:lnTo>
                <a:lnTo>
                  <a:pt x="539" y="1"/>
                </a:lnTo>
                <a:lnTo>
                  <a:pt x="547" y="3"/>
                </a:lnTo>
                <a:lnTo>
                  <a:pt x="553" y="6"/>
                </a:lnTo>
                <a:lnTo>
                  <a:pt x="558" y="11"/>
                </a:lnTo>
                <a:lnTo>
                  <a:pt x="563" y="16"/>
                </a:lnTo>
                <a:lnTo>
                  <a:pt x="567" y="23"/>
                </a:lnTo>
                <a:lnTo>
                  <a:pt x="569" y="31"/>
                </a:lnTo>
                <a:lnTo>
                  <a:pt x="569" y="37"/>
                </a:lnTo>
                <a:lnTo>
                  <a:pt x="569" y="300"/>
                </a:lnTo>
                <a:lnTo>
                  <a:pt x="569" y="300"/>
                </a:lnTo>
                <a:lnTo>
                  <a:pt x="569" y="308"/>
                </a:lnTo>
                <a:lnTo>
                  <a:pt x="567" y="315"/>
                </a:lnTo>
                <a:lnTo>
                  <a:pt x="563" y="322"/>
                </a:lnTo>
                <a:lnTo>
                  <a:pt x="558" y="327"/>
                </a:lnTo>
                <a:lnTo>
                  <a:pt x="553" y="332"/>
                </a:lnTo>
                <a:lnTo>
                  <a:pt x="547" y="336"/>
                </a:lnTo>
                <a:lnTo>
                  <a:pt x="539" y="338"/>
                </a:lnTo>
                <a:lnTo>
                  <a:pt x="532" y="338"/>
                </a:lnTo>
                <a:lnTo>
                  <a:pt x="532" y="33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218" name="Freeform 398">
            <a:extLst>
              <a:ext uri="{FF2B5EF4-FFF2-40B4-BE49-F238E27FC236}">
                <a16:creationId xmlns:a16="http://schemas.microsoft.com/office/drawing/2014/main" id="{5C94D7E3-B4AE-4639-9A12-254F88B5C192}"/>
              </a:ext>
            </a:extLst>
          </p:cNvPr>
          <p:cNvSpPr>
            <a:spLocks/>
          </p:cNvSpPr>
          <p:nvPr/>
        </p:nvSpPr>
        <p:spPr bwMode="auto">
          <a:xfrm>
            <a:off x="4199733" y="4572002"/>
            <a:ext cx="904875" cy="536575"/>
          </a:xfrm>
          <a:custGeom>
            <a:avLst/>
            <a:gdLst>
              <a:gd name="T0" fmla="*/ 533 w 570"/>
              <a:gd name="T1" fmla="*/ 338 h 338"/>
              <a:gd name="T2" fmla="*/ 38 w 570"/>
              <a:gd name="T3" fmla="*/ 338 h 338"/>
              <a:gd name="T4" fmla="*/ 38 w 570"/>
              <a:gd name="T5" fmla="*/ 338 h 338"/>
              <a:gd name="T6" fmla="*/ 30 w 570"/>
              <a:gd name="T7" fmla="*/ 338 h 338"/>
              <a:gd name="T8" fmla="*/ 23 w 570"/>
              <a:gd name="T9" fmla="*/ 336 h 338"/>
              <a:gd name="T10" fmla="*/ 17 w 570"/>
              <a:gd name="T11" fmla="*/ 332 h 338"/>
              <a:gd name="T12" fmla="*/ 11 w 570"/>
              <a:gd name="T13" fmla="*/ 327 h 338"/>
              <a:gd name="T14" fmla="*/ 7 w 570"/>
              <a:gd name="T15" fmla="*/ 322 h 338"/>
              <a:gd name="T16" fmla="*/ 3 w 570"/>
              <a:gd name="T17" fmla="*/ 315 h 338"/>
              <a:gd name="T18" fmla="*/ 1 w 570"/>
              <a:gd name="T19" fmla="*/ 308 h 338"/>
              <a:gd name="T20" fmla="*/ 0 w 570"/>
              <a:gd name="T21" fmla="*/ 300 h 338"/>
              <a:gd name="T22" fmla="*/ 0 w 570"/>
              <a:gd name="T23" fmla="*/ 37 h 338"/>
              <a:gd name="T24" fmla="*/ 0 w 570"/>
              <a:gd name="T25" fmla="*/ 37 h 338"/>
              <a:gd name="T26" fmla="*/ 1 w 570"/>
              <a:gd name="T27" fmla="*/ 31 h 338"/>
              <a:gd name="T28" fmla="*/ 3 w 570"/>
              <a:gd name="T29" fmla="*/ 23 h 338"/>
              <a:gd name="T30" fmla="*/ 7 w 570"/>
              <a:gd name="T31" fmla="*/ 16 h 338"/>
              <a:gd name="T32" fmla="*/ 11 w 570"/>
              <a:gd name="T33" fmla="*/ 11 h 338"/>
              <a:gd name="T34" fmla="*/ 17 w 570"/>
              <a:gd name="T35" fmla="*/ 6 h 338"/>
              <a:gd name="T36" fmla="*/ 23 w 570"/>
              <a:gd name="T37" fmla="*/ 3 h 338"/>
              <a:gd name="T38" fmla="*/ 30 w 570"/>
              <a:gd name="T39" fmla="*/ 1 h 338"/>
              <a:gd name="T40" fmla="*/ 38 w 570"/>
              <a:gd name="T41" fmla="*/ 0 h 338"/>
              <a:gd name="T42" fmla="*/ 533 w 570"/>
              <a:gd name="T43" fmla="*/ 0 h 338"/>
              <a:gd name="T44" fmla="*/ 533 w 570"/>
              <a:gd name="T45" fmla="*/ 0 h 338"/>
              <a:gd name="T46" fmla="*/ 540 w 570"/>
              <a:gd name="T47" fmla="*/ 1 h 338"/>
              <a:gd name="T48" fmla="*/ 547 w 570"/>
              <a:gd name="T49" fmla="*/ 3 h 338"/>
              <a:gd name="T50" fmla="*/ 554 w 570"/>
              <a:gd name="T51" fmla="*/ 6 h 338"/>
              <a:gd name="T52" fmla="*/ 559 w 570"/>
              <a:gd name="T53" fmla="*/ 11 h 338"/>
              <a:gd name="T54" fmla="*/ 564 w 570"/>
              <a:gd name="T55" fmla="*/ 16 h 338"/>
              <a:gd name="T56" fmla="*/ 567 w 570"/>
              <a:gd name="T57" fmla="*/ 23 h 338"/>
              <a:gd name="T58" fmla="*/ 569 w 570"/>
              <a:gd name="T59" fmla="*/ 31 h 338"/>
              <a:gd name="T60" fmla="*/ 570 w 570"/>
              <a:gd name="T61" fmla="*/ 37 h 338"/>
              <a:gd name="T62" fmla="*/ 570 w 570"/>
              <a:gd name="T63" fmla="*/ 300 h 338"/>
              <a:gd name="T64" fmla="*/ 570 w 570"/>
              <a:gd name="T65" fmla="*/ 300 h 338"/>
              <a:gd name="T66" fmla="*/ 569 w 570"/>
              <a:gd name="T67" fmla="*/ 308 h 338"/>
              <a:gd name="T68" fmla="*/ 567 w 570"/>
              <a:gd name="T69" fmla="*/ 315 h 338"/>
              <a:gd name="T70" fmla="*/ 564 w 570"/>
              <a:gd name="T71" fmla="*/ 322 h 338"/>
              <a:gd name="T72" fmla="*/ 559 w 570"/>
              <a:gd name="T73" fmla="*/ 327 h 338"/>
              <a:gd name="T74" fmla="*/ 554 w 570"/>
              <a:gd name="T75" fmla="*/ 332 h 338"/>
              <a:gd name="T76" fmla="*/ 547 w 570"/>
              <a:gd name="T77" fmla="*/ 336 h 338"/>
              <a:gd name="T78" fmla="*/ 540 w 570"/>
              <a:gd name="T79" fmla="*/ 338 h 338"/>
              <a:gd name="T80" fmla="*/ 533 w 570"/>
              <a:gd name="T81" fmla="*/ 338 h 338"/>
              <a:gd name="T82" fmla="*/ 533 w 570"/>
              <a:gd name="T83" fmla="*/ 33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0" h="338">
                <a:moveTo>
                  <a:pt x="533" y="338"/>
                </a:moveTo>
                <a:lnTo>
                  <a:pt x="38" y="338"/>
                </a:lnTo>
                <a:lnTo>
                  <a:pt x="38" y="338"/>
                </a:lnTo>
                <a:lnTo>
                  <a:pt x="30" y="338"/>
                </a:lnTo>
                <a:lnTo>
                  <a:pt x="23" y="336"/>
                </a:lnTo>
                <a:lnTo>
                  <a:pt x="17" y="332"/>
                </a:lnTo>
                <a:lnTo>
                  <a:pt x="11" y="327"/>
                </a:lnTo>
                <a:lnTo>
                  <a:pt x="7" y="322"/>
                </a:lnTo>
                <a:lnTo>
                  <a:pt x="3" y="315"/>
                </a:lnTo>
                <a:lnTo>
                  <a:pt x="1" y="308"/>
                </a:lnTo>
                <a:lnTo>
                  <a:pt x="0" y="300"/>
                </a:lnTo>
                <a:lnTo>
                  <a:pt x="0" y="37"/>
                </a:lnTo>
                <a:lnTo>
                  <a:pt x="0" y="37"/>
                </a:lnTo>
                <a:lnTo>
                  <a:pt x="1" y="31"/>
                </a:lnTo>
                <a:lnTo>
                  <a:pt x="3" y="23"/>
                </a:lnTo>
                <a:lnTo>
                  <a:pt x="7" y="16"/>
                </a:lnTo>
                <a:lnTo>
                  <a:pt x="11" y="11"/>
                </a:lnTo>
                <a:lnTo>
                  <a:pt x="17" y="6"/>
                </a:lnTo>
                <a:lnTo>
                  <a:pt x="23" y="3"/>
                </a:lnTo>
                <a:lnTo>
                  <a:pt x="30" y="1"/>
                </a:lnTo>
                <a:lnTo>
                  <a:pt x="38" y="0"/>
                </a:lnTo>
                <a:lnTo>
                  <a:pt x="533" y="0"/>
                </a:lnTo>
                <a:lnTo>
                  <a:pt x="533" y="0"/>
                </a:lnTo>
                <a:lnTo>
                  <a:pt x="540" y="1"/>
                </a:lnTo>
                <a:lnTo>
                  <a:pt x="547" y="3"/>
                </a:lnTo>
                <a:lnTo>
                  <a:pt x="554" y="6"/>
                </a:lnTo>
                <a:lnTo>
                  <a:pt x="559" y="11"/>
                </a:lnTo>
                <a:lnTo>
                  <a:pt x="564" y="16"/>
                </a:lnTo>
                <a:lnTo>
                  <a:pt x="567" y="23"/>
                </a:lnTo>
                <a:lnTo>
                  <a:pt x="569" y="31"/>
                </a:lnTo>
                <a:lnTo>
                  <a:pt x="570" y="37"/>
                </a:lnTo>
                <a:lnTo>
                  <a:pt x="570" y="300"/>
                </a:lnTo>
                <a:lnTo>
                  <a:pt x="570" y="300"/>
                </a:lnTo>
                <a:lnTo>
                  <a:pt x="569" y="308"/>
                </a:lnTo>
                <a:lnTo>
                  <a:pt x="567" y="315"/>
                </a:lnTo>
                <a:lnTo>
                  <a:pt x="564" y="322"/>
                </a:lnTo>
                <a:lnTo>
                  <a:pt x="559" y="327"/>
                </a:lnTo>
                <a:lnTo>
                  <a:pt x="554" y="332"/>
                </a:lnTo>
                <a:lnTo>
                  <a:pt x="547" y="336"/>
                </a:lnTo>
                <a:lnTo>
                  <a:pt x="540" y="338"/>
                </a:lnTo>
                <a:lnTo>
                  <a:pt x="533" y="338"/>
                </a:lnTo>
                <a:lnTo>
                  <a:pt x="533" y="338"/>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219" name="Freeform 399">
            <a:extLst>
              <a:ext uri="{FF2B5EF4-FFF2-40B4-BE49-F238E27FC236}">
                <a16:creationId xmlns:a16="http://schemas.microsoft.com/office/drawing/2014/main" id="{C5018BF8-50E0-4E41-9F5D-4724F1FC9BD1}"/>
              </a:ext>
            </a:extLst>
          </p:cNvPr>
          <p:cNvSpPr>
            <a:spLocks/>
          </p:cNvSpPr>
          <p:nvPr/>
        </p:nvSpPr>
        <p:spPr bwMode="auto">
          <a:xfrm>
            <a:off x="5163345" y="4572002"/>
            <a:ext cx="903287" cy="536575"/>
          </a:xfrm>
          <a:custGeom>
            <a:avLst/>
            <a:gdLst>
              <a:gd name="T0" fmla="*/ 531 w 569"/>
              <a:gd name="T1" fmla="*/ 338 h 338"/>
              <a:gd name="T2" fmla="*/ 38 w 569"/>
              <a:gd name="T3" fmla="*/ 338 h 338"/>
              <a:gd name="T4" fmla="*/ 38 w 569"/>
              <a:gd name="T5" fmla="*/ 338 h 338"/>
              <a:gd name="T6" fmla="*/ 30 w 569"/>
              <a:gd name="T7" fmla="*/ 338 h 338"/>
              <a:gd name="T8" fmla="*/ 23 w 569"/>
              <a:gd name="T9" fmla="*/ 336 h 338"/>
              <a:gd name="T10" fmla="*/ 17 w 569"/>
              <a:gd name="T11" fmla="*/ 332 h 338"/>
              <a:gd name="T12" fmla="*/ 11 w 569"/>
              <a:gd name="T13" fmla="*/ 327 h 338"/>
              <a:gd name="T14" fmla="*/ 7 w 569"/>
              <a:gd name="T15" fmla="*/ 322 h 338"/>
              <a:gd name="T16" fmla="*/ 3 w 569"/>
              <a:gd name="T17" fmla="*/ 315 h 338"/>
              <a:gd name="T18" fmla="*/ 1 w 569"/>
              <a:gd name="T19" fmla="*/ 308 h 338"/>
              <a:gd name="T20" fmla="*/ 0 w 569"/>
              <a:gd name="T21" fmla="*/ 300 h 338"/>
              <a:gd name="T22" fmla="*/ 0 w 569"/>
              <a:gd name="T23" fmla="*/ 37 h 338"/>
              <a:gd name="T24" fmla="*/ 0 w 569"/>
              <a:gd name="T25" fmla="*/ 37 h 338"/>
              <a:gd name="T26" fmla="*/ 1 w 569"/>
              <a:gd name="T27" fmla="*/ 31 h 338"/>
              <a:gd name="T28" fmla="*/ 3 w 569"/>
              <a:gd name="T29" fmla="*/ 23 h 338"/>
              <a:gd name="T30" fmla="*/ 7 w 569"/>
              <a:gd name="T31" fmla="*/ 16 h 338"/>
              <a:gd name="T32" fmla="*/ 11 w 569"/>
              <a:gd name="T33" fmla="*/ 11 h 338"/>
              <a:gd name="T34" fmla="*/ 17 w 569"/>
              <a:gd name="T35" fmla="*/ 6 h 338"/>
              <a:gd name="T36" fmla="*/ 23 w 569"/>
              <a:gd name="T37" fmla="*/ 3 h 338"/>
              <a:gd name="T38" fmla="*/ 30 w 569"/>
              <a:gd name="T39" fmla="*/ 1 h 338"/>
              <a:gd name="T40" fmla="*/ 38 w 569"/>
              <a:gd name="T41" fmla="*/ 0 h 338"/>
              <a:gd name="T42" fmla="*/ 531 w 569"/>
              <a:gd name="T43" fmla="*/ 0 h 338"/>
              <a:gd name="T44" fmla="*/ 531 w 569"/>
              <a:gd name="T45" fmla="*/ 0 h 338"/>
              <a:gd name="T46" fmla="*/ 539 w 569"/>
              <a:gd name="T47" fmla="*/ 1 h 338"/>
              <a:gd name="T48" fmla="*/ 547 w 569"/>
              <a:gd name="T49" fmla="*/ 3 h 338"/>
              <a:gd name="T50" fmla="*/ 553 w 569"/>
              <a:gd name="T51" fmla="*/ 6 h 338"/>
              <a:gd name="T52" fmla="*/ 558 w 569"/>
              <a:gd name="T53" fmla="*/ 11 h 338"/>
              <a:gd name="T54" fmla="*/ 563 w 569"/>
              <a:gd name="T55" fmla="*/ 16 h 338"/>
              <a:gd name="T56" fmla="*/ 567 w 569"/>
              <a:gd name="T57" fmla="*/ 23 h 338"/>
              <a:gd name="T58" fmla="*/ 569 w 569"/>
              <a:gd name="T59" fmla="*/ 31 h 338"/>
              <a:gd name="T60" fmla="*/ 569 w 569"/>
              <a:gd name="T61" fmla="*/ 37 h 338"/>
              <a:gd name="T62" fmla="*/ 569 w 569"/>
              <a:gd name="T63" fmla="*/ 300 h 338"/>
              <a:gd name="T64" fmla="*/ 569 w 569"/>
              <a:gd name="T65" fmla="*/ 300 h 338"/>
              <a:gd name="T66" fmla="*/ 569 w 569"/>
              <a:gd name="T67" fmla="*/ 308 h 338"/>
              <a:gd name="T68" fmla="*/ 567 w 569"/>
              <a:gd name="T69" fmla="*/ 315 h 338"/>
              <a:gd name="T70" fmla="*/ 563 w 569"/>
              <a:gd name="T71" fmla="*/ 322 h 338"/>
              <a:gd name="T72" fmla="*/ 558 w 569"/>
              <a:gd name="T73" fmla="*/ 327 h 338"/>
              <a:gd name="T74" fmla="*/ 553 w 569"/>
              <a:gd name="T75" fmla="*/ 332 h 338"/>
              <a:gd name="T76" fmla="*/ 547 w 569"/>
              <a:gd name="T77" fmla="*/ 336 h 338"/>
              <a:gd name="T78" fmla="*/ 539 w 569"/>
              <a:gd name="T79" fmla="*/ 338 h 338"/>
              <a:gd name="T80" fmla="*/ 531 w 569"/>
              <a:gd name="T81" fmla="*/ 338 h 338"/>
              <a:gd name="T82" fmla="*/ 531 w 569"/>
              <a:gd name="T83" fmla="*/ 33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69" h="338">
                <a:moveTo>
                  <a:pt x="531" y="338"/>
                </a:moveTo>
                <a:lnTo>
                  <a:pt x="38" y="338"/>
                </a:lnTo>
                <a:lnTo>
                  <a:pt x="38" y="338"/>
                </a:lnTo>
                <a:lnTo>
                  <a:pt x="30" y="338"/>
                </a:lnTo>
                <a:lnTo>
                  <a:pt x="23" y="336"/>
                </a:lnTo>
                <a:lnTo>
                  <a:pt x="17" y="332"/>
                </a:lnTo>
                <a:lnTo>
                  <a:pt x="11" y="327"/>
                </a:lnTo>
                <a:lnTo>
                  <a:pt x="7" y="322"/>
                </a:lnTo>
                <a:lnTo>
                  <a:pt x="3" y="315"/>
                </a:lnTo>
                <a:lnTo>
                  <a:pt x="1" y="308"/>
                </a:lnTo>
                <a:lnTo>
                  <a:pt x="0" y="300"/>
                </a:lnTo>
                <a:lnTo>
                  <a:pt x="0" y="37"/>
                </a:lnTo>
                <a:lnTo>
                  <a:pt x="0" y="37"/>
                </a:lnTo>
                <a:lnTo>
                  <a:pt x="1" y="31"/>
                </a:lnTo>
                <a:lnTo>
                  <a:pt x="3" y="23"/>
                </a:lnTo>
                <a:lnTo>
                  <a:pt x="7" y="16"/>
                </a:lnTo>
                <a:lnTo>
                  <a:pt x="11" y="11"/>
                </a:lnTo>
                <a:lnTo>
                  <a:pt x="17" y="6"/>
                </a:lnTo>
                <a:lnTo>
                  <a:pt x="23" y="3"/>
                </a:lnTo>
                <a:lnTo>
                  <a:pt x="30" y="1"/>
                </a:lnTo>
                <a:lnTo>
                  <a:pt x="38" y="0"/>
                </a:lnTo>
                <a:lnTo>
                  <a:pt x="531" y="0"/>
                </a:lnTo>
                <a:lnTo>
                  <a:pt x="531" y="0"/>
                </a:lnTo>
                <a:lnTo>
                  <a:pt x="539" y="1"/>
                </a:lnTo>
                <a:lnTo>
                  <a:pt x="547" y="3"/>
                </a:lnTo>
                <a:lnTo>
                  <a:pt x="553" y="6"/>
                </a:lnTo>
                <a:lnTo>
                  <a:pt x="558" y="11"/>
                </a:lnTo>
                <a:lnTo>
                  <a:pt x="563" y="16"/>
                </a:lnTo>
                <a:lnTo>
                  <a:pt x="567" y="23"/>
                </a:lnTo>
                <a:lnTo>
                  <a:pt x="569" y="31"/>
                </a:lnTo>
                <a:lnTo>
                  <a:pt x="569" y="37"/>
                </a:lnTo>
                <a:lnTo>
                  <a:pt x="569" y="300"/>
                </a:lnTo>
                <a:lnTo>
                  <a:pt x="569" y="300"/>
                </a:lnTo>
                <a:lnTo>
                  <a:pt x="569" y="308"/>
                </a:lnTo>
                <a:lnTo>
                  <a:pt x="567" y="315"/>
                </a:lnTo>
                <a:lnTo>
                  <a:pt x="563" y="322"/>
                </a:lnTo>
                <a:lnTo>
                  <a:pt x="558" y="327"/>
                </a:lnTo>
                <a:lnTo>
                  <a:pt x="553" y="332"/>
                </a:lnTo>
                <a:lnTo>
                  <a:pt x="547" y="336"/>
                </a:lnTo>
                <a:lnTo>
                  <a:pt x="539" y="338"/>
                </a:lnTo>
                <a:lnTo>
                  <a:pt x="531" y="338"/>
                </a:lnTo>
                <a:lnTo>
                  <a:pt x="531" y="338"/>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220" name="Freeform 400">
            <a:extLst>
              <a:ext uri="{FF2B5EF4-FFF2-40B4-BE49-F238E27FC236}">
                <a16:creationId xmlns:a16="http://schemas.microsoft.com/office/drawing/2014/main" id="{BE94AA49-AC41-4345-9AC6-0B39F54D1A31}"/>
              </a:ext>
            </a:extLst>
          </p:cNvPr>
          <p:cNvSpPr>
            <a:spLocks/>
          </p:cNvSpPr>
          <p:nvPr/>
        </p:nvSpPr>
        <p:spPr bwMode="auto">
          <a:xfrm>
            <a:off x="6125370" y="4572002"/>
            <a:ext cx="904875" cy="536575"/>
          </a:xfrm>
          <a:custGeom>
            <a:avLst/>
            <a:gdLst>
              <a:gd name="T0" fmla="*/ 532 w 570"/>
              <a:gd name="T1" fmla="*/ 338 h 338"/>
              <a:gd name="T2" fmla="*/ 38 w 570"/>
              <a:gd name="T3" fmla="*/ 338 h 338"/>
              <a:gd name="T4" fmla="*/ 38 w 570"/>
              <a:gd name="T5" fmla="*/ 338 h 338"/>
              <a:gd name="T6" fmla="*/ 30 w 570"/>
              <a:gd name="T7" fmla="*/ 338 h 338"/>
              <a:gd name="T8" fmla="*/ 23 w 570"/>
              <a:gd name="T9" fmla="*/ 336 h 338"/>
              <a:gd name="T10" fmla="*/ 16 w 570"/>
              <a:gd name="T11" fmla="*/ 332 h 338"/>
              <a:gd name="T12" fmla="*/ 11 w 570"/>
              <a:gd name="T13" fmla="*/ 327 h 338"/>
              <a:gd name="T14" fmla="*/ 6 w 570"/>
              <a:gd name="T15" fmla="*/ 322 h 338"/>
              <a:gd name="T16" fmla="*/ 3 w 570"/>
              <a:gd name="T17" fmla="*/ 315 h 338"/>
              <a:gd name="T18" fmla="*/ 1 w 570"/>
              <a:gd name="T19" fmla="*/ 308 h 338"/>
              <a:gd name="T20" fmla="*/ 0 w 570"/>
              <a:gd name="T21" fmla="*/ 300 h 338"/>
              <a:gd name="T22" fmla="*/ 0 w 570"/>
              <a:gd name="T23" fmla="*/ 37 h 338"/>
              <a:gd name="T24" fmla="*/ 0 w 570"/>
              <a:gd name="T25" fmla="*/ 37 h 338"/>
              <a:gd name="T26" fmla="*/ 1 w 570"/>
              <a:gd name="T27" fmla="*/ 31 h 338"/>
              <a:gd name="T28" fmla="*/ 3 w 570"/>
              <a:gd name="T29" fmla="*/ 23 h 338"/>
              <a:gd name="T30" fmla="*/ 6 w 570"/>
              <a:gd name="T31" fmla="*/ 16 h 338"/>
              <a:gd name="T32" fmla="*/ 11 w 570"/>
              <a:gd name="T33" fmla="*/ 11 h 338"/>
              <a:gd name="T34" fmla="*/ 16 w 570"/>
              <a:gd name="T35" fmla="*/ 6 h 338"/>
              <a:gd name="T36" fmla="*/ 23 w 570"/>
              <a:gd name="T37" fmla="*/ 3 h 338"/>
              <a:gd name="T38" fmla="*/ 30 w 570"/>
              <a:gd name="T39" fmla="*/ 1 h 338"/>
              <a:gd name="T40" fmla="*/ 38 w 570"/>
              <a:gd name="T41" fmla="*/ 0 h 338"/>
              <a:gd name="T42" fmla="*/ 532 w 570"/>
              <a:gd name="T43" fmla="*/ 0 h 338"/>
              <a:gd name="T44" fmla="*/ 532 w 570"/>
              <a:gd name="T45" fmla="*/ 0 h 338"/>
              <a:gd name="T46" fmla="*/ 540 w 570"/>
              <a:gd name="T47" fmla="*/ 1 h 338"/>
              <a:gd name="T48" fmla="*/ 547 w 570"/>
              <a:gd name="T49" fmla="*/ 3 h 338"/>
              <a:gd name="T50" fmla="*/ 554 w 570"/>
              <a:gd name="T51" fmla="*/ 6 h 338"/>
              <a:gd name="T52" fmla="*/ 559 w 570"/>
              <a:gd name="T53" fmla="*/ 11 h 338"/>
              <a:gd name="T54" fmla="*/ 564 w 570"/>
              <a:gd name="T55" fmla="*/ 16 h 338"/>
              <a:gd name="T56" fmla="*/ 567 w 570"/>
              <a:gd name="T57" fmla="*/ 23 h 338"/>
              <a:gd name="T58" fmla="*/ 569 w 570"/>
              <a:gd name="T59" fmla="*/ 31 h 338"/>
              <a:gd name="T60" fmla="*/ 570 w 570"/>
              <a:gd name="T61" fmla="*/ 37 h 338"/>
              <a:gd name="T62" fmla="*/ 570 w 570"/>
              <a:gd name="T63" fmla="*/ 300 h 338"/>
              <a:gd name="T64" fmla="*/ 570 w 570"/>
              <a:gd name="T65" fmla="*/ 300 h 338"/>
              <a:gd name="T66" fmla="*/ 569 w 570"/>
              <a:gd name="T67" fmla="*/ 308 h 338"/>
              <a:gd name="T68" fmla="*/ 567 w 570"/>
              <a:gd name="T69" fmla="*/ 315 h 338"/>
              <a:gd name="T70" fmla="*/ 564 w 570"/>
              <a:gd name="T71" fmla="*/ 322 h 338"/>
              <a:gd name="T72" fmla="*/ 559 w 570"/>
              <a:gd name="T73" fmla="*/ 327 h 338"/>
              <a:gd name="T74" fmla="*/ 554 w 570"/>
              <a:gd name="T75" fmla="*/ 332 h 338"/>
              <a:gd name="T76" fmla="*/ 547 w 570"/>
              <a:gd name="T77" fmla="*/ 336 h 338"/>
              <a:gd name="T78" fmla="*/ 540 w 570"/>
              <a:gd name="T79" fmla="*/ 338 h 338"/>
              <a:gd name="T80" fmla="*/ 532 w 570"/>
              <a:gd name="T81" fmla="*/ 338 h 338"/>
              <a:gd name="T82" fmla="*/ 532 w 570"/>
              <a:gd name="T83" fmla="*/ 33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0" h="338">
                <a:moveTo>
                  <a:pt x="532" y="338"/>
                </a:moveTo>
                <a:lnTo>
                  <a:pt x="38" y="338"/>
                </a:lnTo>
                <a:lnTo>
                  <a:pt x="38" y="338"/>
                </a:lnTo>
                <a:lnTo>
                  <a:pt x="30" y="338"/>
                </a:lnTo>
                <a:lnTo>
                  <a:pt x="23" y="336"/>
                </a:lnTo>
                <a:lnTo>
                  <a:pt x="16" y="332"/>
                </a:lnTo>
                <a:lnTo>
                  <a:pt x="11" y="327"/>
                </a:lnTo>
                <a:lnTo>
                  <a:pt x="6" y="322"/>
                </a:lnTo>
                <a:lnTo>
                  <a:pt x="3" y="315"/>
                </a:lnTo>
                <a:lnTo>
                  <a:pt x="1" y="308"/>
                </a:lnTo>
                <a:lnTo>
                  <a:pt x="0" y="300"/>
                </a:lnTo>
                <a:lnTo>
                  <a:pt x="0" y="37"/>
                </a:lnTo>
                <a:lnTo>
                  <a:pt x="0" y="37"/>
                </a:lnTo>
                <a:lnTo>
                  <a:pt x="1" y="31"/>
                </a:lnTo>
                <a:lnTo>
                  <a:pt x="3" y="23"/>
                </a:lnTo>
                <a:lnTo>
                  <a:pt x="6" y="16"/>
                </a:lnTo>
                <a:lnTo>
                  <a:pt x="11" y="11"/>
                </a:lnTo>
                <a:lnTo>
                  <a:pt x="16" y="6"/>
                </a:lnTo>
                <a:lnTo>
                  <a:pt x="23" y="3"/>
                </a:lnTo>
                <a:lnTo>
                  <a:pt x="30" y="1"/>
                </a:lnTo>
                <a:lnTo>
                  <a:pt x="38" y="0"/>
                </a:lnTo>
                <a:lnTo>
                  <a:pt x="532" y="0"/>
                </a:lnTo>
                <a:lnTo>
                  <a:pt x="532" y="0"/>
                </a:lnTo>
                <a:lnTo>
                  <a:pt x="540" y="1"/>
                </a:lnTo>
                <a:lnTo>
                  <a:pt x="547" y="3"/>
                </a:lnTo>
                <a:lnTo>
                  <a:pt x="554" y="6"/>
                </a:lnTo>
                <a:lnTo>
                  <a:pt x="559" y="11"/>
                </a:lnTo>
                <a:lnTo>
                  <a:pt x="564" y="16"/>
                </a:lnTo>
                <a:lnTo>
                  <a:pt x="567" y="23"/>
                </a:lnTo>
                <a:lnTo>
                  <a:pt x="569" y="31"/>
                </a:lnTo>
                <a:lnTo>
                  <a:pt x="570" y="37"/>
                </a:lnTo>
                <a:lnTo>
                  <a:pt x="570" y="300"/>
                </a:lnTo>
                <a:lnTo>
                  <a:pt x="570" y="300"/>
                </a:lnTo>
                <a:lnTo>
                  <a:pt x="569" y="308"/>
                </a:lnTo>
                <a:lnTo>
                  <a:pt x="567" y="315"/>
                </a:lnTo>
                <a:lnTo>
                  <a:pt x="564" y="322"/>
                </a:lnTo>
                <a:lnTo>
                  <a:pt x="559" y="327"/>
                </a:lnTo>
                <a:lnTo>
                  <a:pt x="554" y="332"/>
                </a:lnTo>
                <a:lnTo>
                  <a:pt x="547" y="336"/>
                </a:lnTo>
                <a:lnTo>
                  <a:pt x="540" y="338"/>
                </a:lnTo>
                <a:lnTo>
                  <a:pt x="532" y="338"/>
                </a:lnTo>
                <a:lnTo>
                  <a:pt x="532" y="338"/>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221" name="Freeform 401">
            <a:extLst>
              <a:ext uri="{FF2B5EF4-FFF2-40B4-BE49-F238E27FC236}">
                <a16:creationId xmlns:a16="http://schemas.microsoft.com/office/drawing/2014/main" id="{8F9FA889-86CB-4A8D-ACB3-5BAD5249A752}"/>
              </a:ext>
            </a:extLst>
          </p:cNvPr>
          <p:cNvSpPr>
            <a:spLocks/>
          </p:cNvSpPr>
          <p:nvPr/>
        </p:nvSpPr>
        <p:spPr bwMode="auto">
          <a:xfrm>
            <a:off x="7088983" y="4572002"/>
            <a:ext cx="903287" cy="536575"/>
          </a:xfrm>
          <a:custGeom>
            <a:avLst/>
            <a:gdLst>
              <a:gd name="T0" fmla="*/ 531 w 569"/>
              <a:gd name="T1" fmla="*/ 338 h 338"/>
              <a:gd name="T2" fmla="*/ 38 w 569"/>
              <a:gd name="T3" fmla="*/ 338 h 338"/>
              <a:gd name="T4" fmla="*/ 38 w 569"/>
              <a:gd name="T5" fmla="*/ 338 h 338"/>
              <a:gd name="T6" fmla="*/ 30 w 569"/>
              <a:gd name="T7" fmla="*/ 338 h 338"/>
              <a:gd name="T8" fmla="*/ 23 w 569"/>
              <a:gd name="T9" fmla="*/ 336 h 338"/>
              <a:gd name="T10" fmla="*/ 16 w 569"/>
              <a:gd name="T11" fmla="*/ 332 h 338"/>
              <a:gd name="T12" fmla="*/ 11 w 569"/>
              <a:gd name="T13" fmla="*/ 327 h 338"/>
              <a:gd name="T14" fmla="*/ 6 w 569"/>
              <a:gd name="T15" fmla="*/ 322 h 338"/>
              <a:gd name="T16" fmla="*/ 3 w 569"/>
              <a:gd name="T17" fmla="*/ 315 h 338"/>
              <a:gd name="T18" fmla="*/ 1 w 569"/>
              <a:gd name="T19" fmla="*/ 308 h 338"/>
              <a:gd name="T20" fmla="*/ 0 w 569"/>
              <a:gd name="T21" fmla="*/ 300 h 338"/>
              <a:gd name="T22" fmla="*/ 0 w 569"/>
              <a:gd name="T23" fmla="*/ 37 h 338"/>
              <a:gd name="T24" fmla="*/ 0 w 569"/>
              <a:gd name="T25" fmla="*/ 37 h 338"/>
              <a:gd name="T26" fmla="*/ 1 w 569"/>
              <a:gd name="T27" fmla="*/ 31 h 338"/>
              <a:gd name="T28" fmla="*/ 3 w 569"/>
              <a:gd name="T29" fmla="*/ 23 h 338"/>
              <a:gd name="T30" fmla="*/ 6 w 569"/>
              <a:gd name="T31" fmla="*/ 16 h 338"/>
              <a:gd name="T32" fmla="*/ 11 w 569"/>
              <a:gd name="T33" fmla="*/ 11 h 338"/>
              <a:gd name="T34" fmla="*/ 16 w 569"/>
              <a:gd name="T35" fmla="*/ 6 h 338"/>
              <a:gd name="T36" fmla="*/ 23 w 569"/>
              <a:gd name="T37" fmla="*/ 3 h 338"/>
              <a:gd name="T38" fmla="*/ 30 w 569"/>
              <a:gd name="T39" fmla="*/ 1 h 338"/>
              <a:gd name="T40" fmla="*/ 38 w 569"/>
              <a:gd name="T41" fmla="*/ 0 h 338"/>
              <a:gd name="T42" fmla="*/ 531 w 569"/>
              <a:gd name="T43" fmla="*/ 0 h 338"/>
              <a:gd name="T44" fmla="*/ 531 w 569"/>
              <a:gd name="T45" fmla="*/ 0 h 338"/>
              <a:gd name="T46" fmla="*/ 539 w 569"/>
              <a:gd name="T47" fmla="*/ 1 h 338"/>
              <a:gd name="T48" fmla="*/ 547 w 569"/>
              <a:gd name="T49" fmla="*/ 3 h 338"/>
              <a:gd name="T50" fmla="*/ 552 w 569"/>
              <a:gd name="T51" fmla="*/ 6 h 338"/>
              <a:gd name="T52" fmla="*/ 558 w 569"/>
              <a:gd name="T53" fmla="*/ 11 h 338"/>
              <a:gd name="T54" fmla="*/ 562 w 569"/>
              <a:gd name="T55" fmla="*/ 16 h 338"/>
              <a:gd name="T56" fmla="*/ 567 w 569"/>
              <a:gd name="T57" fmla="*/ 23 h 338"/>
              <a:gd name="T58" fmla="*/ 569 w 569"/>
              <a:gd name="T59" fmla="*/ 31 h 338"/>
              <a:gd name="T60" fmla="*/ 569 w 569"/>
              <a:gd name="T61" fmla="*/ 37 h 338"/>
              <a:gd name="T62" fmla="*/ 569 w 569"/>
              <a:gd name="T63" fmla="*/ 300 h 338"/>
              <a:gd name="T64" fmla="*/ 569 w 569"/>
              <a:gd name="T65" fmla="*/ 300 h 338"/>
              <a:gd name="T66" fmla="*/ 569 w 569"/>
              <a:gd name="T67" fmla="*/ 308 h 338"/>
              <a:gd name="T68" fmla="*/ 567 w 569"/>
              <a:gd name="T69" fmla="*/ 315 h 338"/>
              <a:gd name="T70" fmla="*/ 562 w 569"/>
              <a:gd name="T71" fmla="*/ 322 h 338"/>
              <a:gd name="T72" fmla="*/ 558 w 569"/>
              <a:gd name="T73" fmla="*/ 327 h 338"/>
              <a:gd name="T74" fmla="*/ 552 w 569"/>
              <a:gd name="T75" fmla="*/ 332 h 338"/>
              <a:gd name="T76" fmla="*/ 547 w 569"/>
              <a:gd name="T77" fmla="*/ 336 h 338"/>
              <a:gd name="T78" fmla="*/ 539 w 569"/>
              <a:gd name="T79" fmla="*/ 338 h 338"/>
              <a:gd name="T80" fmla="*/ 531 w 569"/>
              <a:gd name="T81" fmla="*/ 338 h 338"/>
              <a:gd name="T82" fmla="*/ 531 w 569"/>
              <a:gd name="T83" fmla="*/ 33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69" h="338">
                <a:moveTo>
                  <a:pt x="531" y="338"/>
                </a:moveTo>
                <a:lnTo>
                  <a:pt x="38" y="338"/>
                </a:lnTo>
                <a:lnTo>
                  <a:pt x="38" y="338"/>
                </a:lnTo>
                <a:lnTo>
                  <a:pt x="30" y="338"/>
                </a:lnTo>
                <a:lnTo>
                  <a:pt x="23" y="336"/>
                </a:lnTo>
                <a:lnTo>
                  <a:pt x="16" y="332"/>
                </a:lnTo>
                <a:lnTo>
                  <a:pt x="11" y="327"/>
                </a:lnTo>
                <a:lnTo>
                  <a:pt x="6" y="322"/>
                </a:lnTo>
                <a:lnTo>
                  <a:pt x="3" y="315"/>
                </a:lnTo>
                <a:lnTo>
                  <a:pt x="1" y="308"/>
                </a:lnTo>
                <a:lnTo>
                  <a:pt x="0" y="300"/>
                </a:lnTo>
                <a:lnTo>
                  <a:pt x="0" y="37"/>
                </a:lnTo>
                <a:lnTo>
                  <a:pt x="0" y="37"/>
                </a:lnTo>
                <a:lnTo>
                  <a:pt x="1" y="31"/>
                </a:lnTo>
                <a:lnTo>
                  <a:pt x="3" y="23"/>
                </a:lnTo>
                <a:lnTo>
                  <a:pt x="6" y="16"/>
                </a:lnTo>
                <a:lnTo>
                  <a:pt x="11" y="11"/>
                </a:lnTo>
                <a:lnTo>
                  <a:pt x="16" y="6"/>
                </a:lnTo>
                <a:lnTo>
                  <a:pt x="23" y="3"/>
                </a:lnTo>
                <a:lnTo>
                  <a:pt x="30" y="1"/>
                </a:lnTo>
                <a:lnTo>
                  <a:pt x="38" y="0"/>
                </a:lnTo>
                <a:lnTo>
                  <a:pt x="531" y="0"/>
                </a:lnTo>
                <a:lnTo>
                  <a:pt x="531" y="0"/>
                </a:lnTo>
                <a:lnTo>
                  <a:pt x="539" y="1"/>
                </a:lnTo>
                <a:lnTo>
                  <a:pt x="547" y="3"/>
                </a:lnTo>
                <a:lnTo>
                  <a:pt x="552" y="6"/>
                </a:lnTo>
                <a:lnTo>
                  <a:pt x="558" y="11"/>
                </a:lnTo>
                <a:lnTo>
                  <a:pt x="562" y="16"/>
                </a:lnTo>
                <a:lnTo>
                  <a:pt x="567" y="23"/>
                </a:lnTo>
                <a:lnTo>
                  <a:pt x="569" y="31"/>
                </a:lnTo>
                <a:lnTo>
                  <a:pt x="569" y="37"/>
                </a:lnTo>
                <a:lnTo>
                  <a:pt x="569" y="300"/>
                </a:lnTo>
                <a:lnTo>
                  <a:pt x="569" y="300"/>
                </a:lnTo>
                <a:lnTo>
                  <a:pt x="569" y="308"/>
                </a:lnTo>
                <a:lnTo>
                  <a:pt x="567" y="315"/>
                </a:lnTo>
                <a:lnTo>
                  <a:pt x="562" y="322"/>
                </a:lnTo>
                <a:lnTo>
                  <a:pt x="558" y="327"/>
                </a:lnTo>
                <a:lnTo>
                  <a:pt x="552" y="332"/>
                </a:lnTo>
                <a:lnTo>
                  <a:pt x="547" y="336"/>
                </a:lnTo>
                <a:lnTo>
                  <a:pt x="539" y="338"/>
                </a:lnTo>
                <a:lnTo>
                  <a:pt x="531" y="338"/>
                </a:lnTo>
                <a:lnTo>
                  <a:pt x="531" y="338"/>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222" name="Freeform 402">
            <a:extLst>
              <a:ext uri="{FF2B5EF4-FFF2-40B4-BE49-F238E27FC236}">
                <a16:creationId xmlns:a16="http://schemas.microsoft.com/office/drawing/2014/main" id="{A0388CE4-A6D3-44E3-ADCC-3EB8A9583607}"/>
              </a:ext>
            </a:extLst>
          </p:cNvPr>
          <p:cNvSpPr>
            <a:spLocks/>
          </p:cNvSpPr>
          <p:nvPr/>
        </p:nvSpPr>
        <p:spPr bwMode="auto">
          <a:xfrm>
            <a:off x="8051008" y="4572002"/>
            <a:ext cx="904875" cy="536575"/>
          </a:xfrm>
          <a:custGeom>
            <a:avLst/>
            <a:gdLst>
              <a:gd name="T0" fmla="*/ 532 w 570"/>
              <a:gd name="T1" fmla="*/ 338 h 338"/>
              <a:gd name="T2" fmla="*/ 37 w 570"/>
              <a:gd name="T3" fmla="*/ 338 h 338"/>
              <a:gd name="T4" fmla="*/ 37 w 570"/>
              <a:gd name="T5" fmla="*/ 338 h 338"/>
              <a:gd name="T6" fmla="*/ 30 w 570"/>
              <a:gd name="T7" fmla="*/ 338 h 338"/>
              <a:gd name="T8" fmla="*/ 23 w 570"/>
              <a:gd name="T9" fmla="*/ 336 h 338"/>
              <a:gd name="T10" fmla="*/ 16 w 570"/>
              <a:gd name="T11" fmla="*/ 332 h 338"/>
              <a:gd name="T12" fmla="*/ 11 w 570"/>
              <a:gd name="T13" fmla="*/ 327 h 338"/>
              <a:gd name="T14" fmla="*/ 6 w 570"/>
              <a:gd name="T15" fmla="*/ 322 h 338"/>
              <a:gd name="T16" fmla="*/ 3 w 570"/>
              <a:gd name="T17" fmla="*/ 315 h 338"/>
              <a:gd name="T18" fmla="*/ 1 w 570"/>
              <a:gd name="T19" fmla="*/ 308 h 338"/>
              <a:gd name="T20" fmla="*/ 0 w 570"/>
              <a:gd name="T21" fmla="*/ 300 h 338"/>
              <a:gd name="T22" fmla="*/ 0 w 570"/>
              <a:gd name="T23" fmla="*/ 37 h 338"/>
              <a:gd name="T24" fmla="*/ 0 w 570"/>
              <a:gd name="T25" fmla="*/ 37 h 338"/>
              <a:gd name="T26" fmla="*/ 1 w 570"/>
              <a:gd name="T27" fmla="*/ 31 h 338"/>
              <a:gd name="T28" fmla="*/ 3 w 570"/>
              <a:gd name="T29" fmla="*/ 23 h 338"/>
              <a:gd name="T30" fmla="*/ 6 w 570"/>
              <a:gd name="T31" fmla="*/ 16 h 338"/>
              <a:gd name="T32" fmla="*/ 11 w 570"/>
              <a:gd name="T33" fmla="*/ 11 h 338"/>
              <a:gd name="T34" fmla="*/ 16 w 570"/>
              <a:gd name="T35" fmla="*/ 6 h 338"/>
              <a:gd name="T36" fmla="*/ 23 w 570"/>
              <a:gd name="T37" fmla="*/ 3 h 338"/>
              <a:gd name="T38" fmla="*/ 30 w 570"/>
              <a:gd name="T39" fmla="*/ 1 h 338"/>
              <a:gd name="T40" fmla="*/ 37 w 570"/>
              <a:gd name="T41" fmla="*/ 0 h 338"/>
              <a:gd name="T42" fmla="*/ 532 w 570"/>
              <a:gd name="T43" fmla="*/ 0 h 338"/>
              <a:gd name="T44" fmla="*/ 532 w 570"/>
              <a:gd name="T45" fmla="*/ 0 h 338"/>
              <a:gd name="T46" fmla="*/ 540 w 570"/>
              <a:gd name="T47" fmla="*/ 1 h 338"/>
              <a:gd name="T48" fmla="*/ 547 w 570"/>
              <a:gd name="T49" fmla="*/ 3 h 338"/>
              <a:gd name="T50" fmla="*/ 554 w 570"/>
              <a:gd name="T51" fmla="*/ 6 h 338"/>
              <a:gd name="T52" fmla="*/ 559 w 570"/>
              <a:gd name="T53" fmla="*/ 11 h 338"/>
              <a:gd name="T54" fmla="*/ 563 w 570"/>
              <a:gd name="T55" fmla="*/ 16 h 338"/>
              <a:gd name="T56" fmla="*/ 567 w 570"/>
              <a:gd name="T57" fmla="*/ 23 h 338"/>
              <a:gd name="T58" fmla="*/ 569 w 570"/>
              <a:gd name="T59" fmla="*/ 31 h 338"/>
              <a:gd name="T60" fmla="*/ 570 w 570"/>
              <a:gd name="T61" fmla="*/ 37 h 338"/>
              <a:gd name="T62" fmla="*/ 570 w 570"/>
              <a:gd name="T63" fmla="*/ 300 h 338"/>
              <a:gd name="T64" fmla="*/ 570 w 570"/>
              <a:gd name="T65" fmla="*/ 300 h 338"/>
              <a:gd name="T66" fmla="*/ 569 w 570"/>
              <a:gd name="T67" fmla="*/ 308 h 338"/>
              <a:gd name="T68" fmla="*/ 567 w 570"/>
              <a:gd name="T69" fmla="*/ 315 h 338"/>
              <a:gd name="T70" fmla="*/ 563 w 570"/>
              <a:gd name="T71" fmla="*/ 322 h 338"/>
              <a:gd name="T72" fmla="*/ 559 w 570"/>
              <a:gd name="T73" fmla="*/ 327 h 338"/>
              <a:gd name="T74" fmla="*/ 554 w 570"/>
              <a:gd name="T75" fmla="*/ 332 h 338"/>
              <a:gd name="T76" fmla="*/ 547 w 570"/>
              <a:gd name="T77" fmla="*/ 336 h 338"/>
              <a:gd name="T78" fmla="*/ 540 w 570"/>
              <a:gd name="T79" fmla="*/ 338 h 338"/>
              <a:gd name="T80" fmla="*/ 532 w 570"/>
              <a:gd name="T81" fmla="*/ 338 h 338"/>
              <a:gd name="T82" fmla="*/ 532 w 570"/>
              <a:gd name="T83" fmla="*/ 33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0" h="338">
                <a:moveTo>
                  <a:pt x="532" y="338"/>
                </a:moveTo>
                <a:lnTo>
                  <a:pt x="37" y="338"/>
                </a:lnTo>
                <a:lnTo>
                  <a:pt x="37" y="338"/>
                </a:lnTo>
                <a:lnTo>
                  <a:pt x="30" y="338"/>
                </a:lnTo>
                <a:lnTo>
                  <a:pt x="23" y="336"/>
                </a:lnTo>
                <a:lnTo>
                  <a:pt x="16" y="332"/>
                </a:lnTo>
                <a:lnTo>
                  <a:pt x="11" y="327"/>
                </a:lnTo>
                <a:lnTo>
                  <a:pt x="6" y="322"/>
                </a:lnTo>
                <a:lnTo>
                  <a:pt x="3" y="315"/>
                </a:lnTo>
                <a:lnTo>
                  <a:pt x="1" y="308"/>
                </a:lnTo>
                <a:lnTo>
                  <a:pt x="0" y="300"/>
                </a:lnTo>
                <a:lnTo>
                  <a:pt x="0" y="37"/>
                </a:lnTo>
                <a:lnTo>
                  <a:pt x="0" y="37"/>
                </a:lnTo>
                <a:lnTo>
                  <a:pt x="1" y="31"/>
                </a:lnTo>
                <a:lnTo>
                  <a:pt x="3" y="23"/>
                </a:lnTo>
                <a:lnTo>
                  <a:pt x="6" y="16"/>
                </a:lnTo>
                <a:lnTo>
                  <a:pt x="11" y="11"/>
                </a:lnTo>
                <a:lnTo>
                  <a:pt x="16" y="6"/>
                </a:lnTo>
                <a:lnTo>
                  <a:pt x="23" y="3"/>
                </a:lnTo>
                <a:lnTo>
                  <a:pt x="30" y="1"/>
                </a:lnTo>
                <a:lnTo>
                  <a:pt x="37" y="0"/>
                </a:lnTo>
                <a:lnTo>
                  <a:pt x="532" y="0"/>
                </a:lnTo>
                <a:lnTo>
                  <a:pt x="532" y="0"/>
                </a:lnTo>
                <a:lnTo>
                  <a:pt x="540" y="1"/>
                </a:lnTo>
                <a:lnTo>
                  <a:pt x="547" y="3"/>
                </a:lnTo>
                <a:lnTo>
                  <a:pt x="554" y="6"/>
                </a:lnTo>
                <a:lnTo>
                  <a:pt x="559" y="11"/>
                </a:lnTo>
                <a:lnTo>
                  <a:pt x="563" y="16"/>
                </a:lnTo>
                <a:lnTo>
                  <a:pt x="567" y="23"/>
                </a:lnTo>
                <a:lnTo>
                  <a:pt x="569" y="31"/>
                </a:lnTo>
                <a:lnTo>
                  <a:pt x="570" y="37"/>
                </a:lnTo>
                <a:lnTo>
                  <a:pt x="570" y="300"/>
                </a:lnTo>
                <a:lnTo>
                  <a:pt x="570" y="300"/>
                </a:lnTo>
                <a:lnTo>
                  <a:pt x="569" y="308"/>
                </a:lnTo>
                <a:lnTo>
                  <a:pt x="567" y="315"/>
                </a:lnTo>
                <a:lnTo>
                  <a:pt x="563" y="322"/>
                </a:lnTo>
                <a:lnTo>
                  <a:pt x="559" y="327"/>
                </a:lnTo>
                <a:lnTo>
                  <a:pt x="554" y="332"/>
                </a:lnTo>
                <a:lnTo>
                  <a:pt x="547" y="336"/>
                </a:lnTo>
                <a:lnTo>
                  <a:pt x="540" y="338"/>
                </a:lnTo>
                <a:lnTo>
                  <a:pt x="532" y="338"/>
                </a:lnTo>
                <a:lnTo>
                  <a:pt x="532" y="338"/>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223" name="Freeform 403">
            <a:extLst>
              <a:ext uri="{FF2B5EF4-FFF2-40B4-BE49-F238E27FC236}">
                <a16:creationId xmlns:a16="http://schemas.microsoft.com/office/drawing/2014/main" id="{FBCA1053-3AFE-4406-AFEA-A394CC2080C6}"/>
              </a:ext>
            </a:extLst>
          </p:cNvPr>
          <p:cNvSpPr>
            <a:spLocks/>
          </p:cNvSpPr>
          <p:nvPr/>
        </p:nvSpPr>
        <p:spPr bwMode="auto">
          <a:xfrm>
            <a:off x="9014620" y="4572002"/>
            <a:ext cx="903287" cy="536575"/>
          </a:xfrm>
          <a:custGeom>
            <a:avLst/>
            <a:gdLst>
              <a:gd name="T0" fmla="*/ 531 w 569"/>
              <a:gd name="T1" fmla="*/ 338 h 338"/>
              <a:gd name="T2" fmla="*/ 38 w 569"/>
              <a:gd name="T3" fmla="*/ 338 h 338"/>
              <a:gd name="T4" fmla="*/ 38 w 569"/>
              <a:gd name="T5" fmla="*/ 338 h 338"/>
              <a:gd name="T6" fmla="*/ 30 w 569"/>
              <a:gd name="T7" fmla="*/ 338 h 338"/>
              <a:gd name="T8" fmla="*/ 23 w 569"/>
              <a:gd name="T9" fmla="*/ 336 h 338"/>
              <a:gd name="T10" fmla="*/ 16 w 569"/>
              <a:gd name="T11" fmla="*/ 332 h 338"/>
              <a:gd name="T12" fmla="*/ 11 w 569"/>
              <a:gd name="T13" fmla="*/ 327 h 338"/>
              <a:gd name="T14" fmla="*/ 6 w 569"/>
              <a:gd name="T15" fmla="*/ 322 h 338"/>
              <a:gd name="T16" fmla="*/ 3 w 569"/>
              <a:gd name="T17" fmla="*/ 315 h 338"/>
              <a:gd name="T18" fmla="*/ 1 w 569"/>
              <a:gd name="T19" fmla="*/ 308 h 338"/>
              <a:gd name="T20" fmla="*/ 0 w 569"/>
              <a:gd name="T21" fmla="*/ 300 h 338"/>
              <a:gd name="T22" fmla="*/ 0 w 569"/>
              <a:gd name="T23" fmla="*/ 37 h 338"/>
              <a:gd name="T24" fmla="*/ 0 w 569"/>
              <a:gd name="T25" fmla="*/ 37 h 338"/>
              <a:gd name="T26" fmla="*/ 1 w 569"/>
              <a:gd name="T27" fmla="*/ 31 h 338"/>
              <a:gd name="T28" fmla="*/ 3 w 569"/>
              <a:gd name="T29" fmla="*/ 23 h 338"/>
              <a:gd name="T30" fmla="*/ 6 w 569"/>
              <a:gd name="T31" fmla="*/ 16 h 338"/>
              <a:gd name="T32" fmla="*/ 11 w 569"/>
              <a:gd name="T33" fmla="*/ 11 h 338"/>
              <a:gd name="T34" fmla="*/ 16 w 569"/>
              <a:gd name="T35" fmla="*/ 6 h 338"/>
              <a:gd name="T36" fmla="*/ 23 w 569"/>
              <a:gd name="T37" fmla="*/ 3 h 338"/>
              <a:gd name="T38" fmla="*/ 30 w 569"/>
              <a:gd name="T39" fmla="*/ 1 h 338"/>
              <a:gd name="T40" fmla="*/ 38 w 569"/>
              <a:gd name="T41" fmla="*/ 0 h 338"/>
              <a:gd name="T42" fmla="*/ 531 w 569"/>
              <a:gd name="T43" fmla="*/ 0 h 338"/>
              <a:gd name="T44" fmla="*/ 531 w 569"/>
              <a:gd name="T45" fmla="*/ 0 h 338"/>
              <a:gd name="T46" fmla="*/ 539 w 569"/>
              <a:gd name="T47" fmla="*/ 1 h 338"/>
              <a:gd name="T48" fmla="*/ 547 w 569"/>
              <a:gd name="T49" fmla="*/ 3 h 338"/>
              <a:gd name="T50" fmla="*/ 552 w 569"/>
              <a:gd name="T51" fmla="*/ 6 h 338"/>
              <a:gd name="T52" fmla="*/ 558 w 569"/>
              <a:gd name="T53" fmla="*/ 11 h 338"/>
              <a:gd name="T54" fmla="*/ 562 w 569"/>
              <a:gd name="T55" fmla="*/ 16 h 338"/>
              <a:gd name="T56" fmla="*/ 567 w 569"/>
              <a:gd name="T57" fmla="*/ 23 h 338"/>
              <a:gd name="T58" fmla="*/ 569 w 569"/>
              <a:gd name="T59" fmla="*/ 31 h 338"/>
              <a:gd name="T60" fmla="*/ 569 w 569"/>
              <a:gd name="T61" fmla="*/ 37 h 338"/>
              <a:gd name="T62" fmla="*/ 569 w 569"/>
              <a:gd name="T63" fmla="*/ 300 h 338"/>
              <a:gd name="T64" fmla="*/ 569 w 569"/>
              <a:gd name="T65" fmla="*/ 300 h 338"/>
              <a:gd name="T66" fmla="*/ 569 w 569"/>
              <a:gd name="T67" fmla="*/ 308 h 338"/>
              <a:gd name="T68" fmla="*/ 567 w 569"/>
              <a:gd name="T69" fmla="*/ 315 h 338"/>
              <a:gd name="T70" fmla="*/ 562 w 569"/>
              <a:gd name="T71" fmla="*/ 322 h 338"/>
              <a:gd name="T72" fmla="*/ 558 w 569"/>
              <a:gd name="T73" fmla="*/ 327 h 338"/>
              <a:gd name="T74" fmla="*/ 552 w 569"/>
              <a:gd name="T75" fmla="*/ 332 h 338"/>
              <a:gd name="T76" fmla="*/ 547 w 569"/>
              <a:gd name="T77" fmla="*/ 336 h 338"/>
              <a:gd name="T78" fmla="*/ 539 w 569"/>
              <a:gd name="T79" fmla="*/ 338 h 338"/>
              <a:gd name="T80" fmla="*/ 531 w 569"/>
              <a:gd name="T81" fmla="*/ 338 h 338"/>
              <a:gd name="T82" fmla="*/ 531 w 569"/>
              <a:gd name="T83" fmla="*/ 33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69" h="338">
                <a:moveTo>
                  <a:pt x="531" y="338"/>
                </a:moveTo>
                <a:lnTo>
                  <a:pt x="38" y="338"/>
                </a:lnTo>
                <a:lnTo>
                  <a:pt x="38" y="338"/>
                </a:lnTo>
                <a:lnTo>
                  <a:pt x="30" y="338"/>
                </a:lnTo>
                <a:lnTo>
                  <a:pt x="23" y="336"/>
                </a:lnTo>
                <a:lnTo>
                  <a:pt x="16" y="332"/>
                </a:lnTo>
                <a:lnTo>
                  <a:pt x="11" y="327"/>
                </a:lnTo>
                <a:lnTo>
                  <a:pt x="6" y="322"/>
                </a:lnTo>
                <a:lnTo>
                  <a:pt x="3" y="315"/>
                </a:lnTo>
                <a:lnTo>
                  <a:pt x="1" y="308"/>
                </a:lnTo>
                <a:lnTo>
                  <a:pt x="0" y="300"/>
                </a:lnTo>
                <a:lnTo>
                  <a:pt x="0" y="37"/>
                </a:lnTo>
                <a:lnTo>
                  <a:pt x="0" y="37"/>
                </a:lnTo>
                <a:lnTo>
                  <a:pt x="1" y="31"/>
                </a:lnTo>
                <a:lnTo>
                  <a:pt x="3" y="23"/>
                </a:lnTo>
                <a:lnTo>
                  <a:pt x="6" y="16"/>
                </a:lnTo>
                <a:lnTo>
                  <a:pt x="11" y="11"/>
                </a:lnTo>
                <a:lnTo>
                  <a:pt x="16" y="6"/>
                </a:lnTo>
                <a:lnTo>
                  <a:pt x="23" y="3"/>
                </a:lnTo>
                <a:lnTo>
                  <a:pt x="30" y="1"/>
                </a:lnTo>
                <a:lnTo>
                  <a:pt x="38" y="0"/>
                </a:lnTo>
                <a:lnTo>
                  <a:pt x="531" y="0"/>
                </a:lnTo>
                <a:lnTo>
                  <a:pt x="531" y="0"/>
                </a:lnTo>
                <a:lnTo>
                  <a:pt x="539" y="1"/>
                </a:lnTo>
                <a:lnTo>
                  <a:pt x="547" y="3"/>
                </a:lnTo>
                <a:lnTo>
                  <a:pt x="552" y="6"/>
                </a:lnTo>
                <a:lnTo>
                  <a:pt x="558" y="11"/>
                </a:lnTo>
                <a:lnTo>
                  <a:pt x="562" y="16"/>
                </a:lnTo>
                <a:lnTo>
                  <a:pt x="567" y="23"/>
                </a:lnTo>
                <a:lnTo>
                  <a:pt x="569" y="31"/>
                </a:lnTo>
                <a:lnTo>
                  <a:pt x="569" y="37"/>
                </a:lnTo>
                <a:lnTo>
                  <a:pt x="569" y="300"/>
                </a:lnTo>
                <a:lnTo>
                  <a:pt x="569" y="300"/>
                </a:lnTo>
                <a:lnTo>
                  <a:pt x="569" y="308"/>
                </a:lnTo>
                <a:lnTo>
                  <a:pt x="567" y="315"/>
                </a:lnTo>
                <a:lnTo>
                  <a:pt x="562" y="322"/>
                </a:lnTo>
                <a:lnTo>
                  <a:pt x="558" y="327"/>
                </a:lnTo>
                <a:lnTo>
                  <a:pt x="552" y="332"/>
                </a:lnTo>
                <a:lnTo>
                  <a:pt x="547" y="336"/>
                </a:lnTo>
                <a:lnTo>
                  <a:pt x="539" y="338"/>
                </a:lnTo>
                <a:lnTo>
                  <a:pt x="531" y="338"/>
                </a:lnTo>
                <a:lnTo>
                  <a:pt x="531" y="338"/>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224" name="Freeform 404">
            <a:extLst>
              <a:ext uri="{FF2B5EF4-FFF2-40B4-BE49-F238E27FC236}">
                <a16:creationId xmlns:a16="http://schemas.microsoft.com/office/drawing/2014/main" id="{F9D0AF57-4526-4974-9A32-0F5BA67D0179}"/>
              </a:ext>
            </a:extLst>
          </p:cNvPr>
          <p:cNvSpPr>
            <a:spLocks/>
          </p:cNvSpPr>
          <p:nvPr/>
        </p:nvSpPr>
        <p:spPr bwMode="auto">
          <a:xfrm>
            <a:off x="9976645" y="4572002"/>
            <a:ext cx="904875" cy="536575"/>
          </a:xfrm>
          <a:custGeom>
            <a:avLst/>
            <a:gdLst>
              <a:gd name="T0" fmla="*/ 532 w 570"/>
              <a:gd name="T1" fmla="*/ 338 h 338"/>
              <a:gd name="T2" fmla="*/ 37 w 570"/>
              <a:gd name="T3" fmla="*/ 338 h 338"/>
              <a:gd name="T4" fmla="*/ 37 w 570"/>
              <a:gd name="T5" fmla="*/ 338 h 338"/>
              <a:gd name="T6" fmla="*/ 30 w 570"/>
              <a:gd name="T7" fmla="*/ 338 h 338"/>
              <a:gd name="T8" fmla="*/ 23 w 570"/>
              <a:gd name="T9" fmla="*/ 336 h 338"/>
              <a:gd name="T10" fmla="*/ 16 w 570"/>
              <a:gd name="T11" fmla="*/ 332 h 338"/>
              <a:gd name="T12" fmla="*/ 11 w 570"/>
              <a:gd name="T13" fmla="*/ 327 h 338"/>
              <a:gd name="T14" fmla="*/ 6 w 570"/>
              <a:gd name="T15" fmla="*/ 322 h 338"/>
              <a:gd name="T16" fmla="*/ 3 w 570"/>
              <a:gd name="T17" fmla="*/ 315 h 338"/>
              <a:gd name="T18" fmla="*/ 1 w 570"/>
              <a:gd name="T19" fmla="*/ 308 h 338"/>
              <a:gd name="T20" fmla="*/ 0 w 570"/>
              <a:gd name="T21" fmla="*/ 300 h 338"/>
              <a:gd name="T22" fmla="*/ 0 w 570"/>
              <a:gd name="T23" fmla="*/ 37 h 338"/>
              <a:gd name="T24" fmla="*/ 0 w 570"/>
              <a:gd name="T25" fmla="*/ 37 h 338"/>
              <a:gd name="T26" fmla="*/ 1 w 570"/>
              <a:gd name="T27" fmla="*/ 31 h 338"/>
              <a:gd name="T28" fmla="*/ 3 w 570"/>
              <a:gd name="T29" fmla="*/ 23 h 338"/>
              <a:gd name="T30" fmla="*/ 6 w 570"/>
              <a:gd name="T31" fmla="*/ 16 h 338"/>
              <a:gd name="T32" fmla="*/ 11 w 570"/>
              <a:gd name="T33" fmla="*/ 11 h 338"/>
              <a:gd name="T34" fmla="*/ 16 w 570"/>
              <a:gd name="T35" fmla="*/ 6 h 338"/>
              <a:gd name="T36" fmla="*/ 23 w 570"/>
              <a:gd name="T37" fmla="*/ 3 h 338"/>
              <a:gd name="T38" fmla="*/ 30 w 570"/>
              <a:gd name="T39" fmla="*/ 1 h 338"/>
              <a:gd name="T40" fmla="*/ 37 w 570"/>
              <a:gd name="T41" fmla="*/ 0 h 338"/>
              <a:gd name="T42" fmla="*/ 532 w 570"/>
              <a:gd name="T43" fmla="*/ 0 h 338"/>
              <a:gd name="T44" fmla="*/ 532 w 570"/>
              <a:gd name="T45" fmla="*/ 0 h 338"/>
              <a:gd name="T46" fmla="*/ 540 w 570"/>
              <a:gd name="T47" fmla="*/ 1 h 338"/>
              <a:gd name="T48" fmla="*/ 547 w 570"/>
              <a:gd name="T49" fmla="*/ 3 h 338"/>
              <a:gd name="T50" fmla="*/ 553 w 570"/>
              <a:gd name="T51" fmla="*/ 6 h 338"/>
              <a:gd name="T52" fmla="*/ 559 w 570"/>
              <a:gd name="T53" fmla="*/ 11 h 338"/>
              <a:gd name="T54" fmla="*/ 563 w 570"/>
              <a:gd name="T55" fmla="*/ 16 h 338"/>
              <a:gd name="T56" fmla="*/ 567 w 570"/>
              <a:gd name="T57" fmla="*/ 23 h 338"/>
              <a:gd name="T58" fmla="*/ 569 w 570"/>
              <a:gd name="T59" fmla="*/ 31 h 338"/>
              <a:gd name="T60" fmla="*/ 570 w 570"/>
              <a:gd name="T61" fmla="*/ 37 h 338"/>
              <a:gd name="T62" fmla="*/ 570 w 570"/>
              <a:gd name="T63" fmla="*/ 300 h 338"/>
              <a:gd name="T64" fmla="*/ 570 w 570"/>
              <a:gd name="T65" fmla="*/ 300 h 338"/>
              <a:gd name="T66" fmla="*/ 569 w 570"/>
              <a:gd name="T67" fmla="*/ 308 h 338"/>
              <a:gd name="T68" fmla="*/ 567 w 570"/>
              <a:gd name="T69" fmla="*/ 315 h 338"/>
              <a:gd name="T70" fmla="*/ 563 w 570"/>
              <a:gd name="T71" fmla="*/ 322 h 338"/>
              <a:gd name="T72" fmla="*/ 559 w 570"/>
              <a:gd name="T73" fmla="*/ 327 h 338"/>
              <a:gd name="T74" fmla="*/ 553 w 570"/>
              <a:gd name="T75" fmla="*/ 332 h 338"/>
              <a:gd name="T76" fmla="*/ 547 w 570"/>
              <a:gd name="T77" fmla="*/ 336 h 338"/>
              <a:gd name="T78" fmla="*/ 540 w 570"/>
              <a:gd name="T79" fmla="*/ 338 h 338"/>
              <a:gd name="T80" fmla="*/ 532 w 570"/>
              <a:gd name="T81" fmla="*/ 338 h 338"/>
              <a:gd name="T82" fmla="*/ 532 w 570"/>
              <a:gd name="T83" fmla="*/ 33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0" h="338">
                <a:moveTo>
                  <a:pt x="532" y="338"/>
                </a:moveTo>
                <a:lnTo>
                  <a:pt x="37" y="338"/>
                </a:lnTo>
                <a:lnTo>
                  <a:pt x="37" y="338"/>
                </a:lnTo>
                <a:lnTo>
                  <a:pt x="30" y="338"/>
                </a:lnTo>
                <a:lnTo>
                  <a:pt x="23" y="336"/>
                </a:lnTo>
                <a:lnTo>
                  <a:pt x="16" y="332"/>
                </a:lnTo>
                <a:lnTo>
                  <a:pt x="11" y="327"/>
                </a:lnTo>
                <a:lnTo>
                  <a:pt x="6" y="322"/>
                </a:lnTo>
                <a:lnTo>
                  <a:pt x="3" y="315"/>
                </a:lnTo>
                <a:lnTo>
                  <a:pt x="1" y="308"/>
                </a:lnTo>
                <a:lnTo>
                  <a:pt x="0" y="300"/>
                </a:lnTo>
                <a:lnTo>
                  <a:pt x="0" y="37"/>
                </a:lnTo>
                <a:lnTo>
                  <a:pt x="0" y="37"/>
                </a:lnTo>
                <a:lnTo>
                  <a:pt x="1" y="31"/>
                </a:lnTo>
                <a:lnTo>
                  <a:pt x="3" y="23"/>
                </a:lnTo>
                <a:lnTo>
                  <a:pt x="6" y="16"/>
                </a:lnTo>
                <a:lnTo>
                  <a:pt x="11" y="11"/>
                </a:lnTo>
                <a:lnTo>
                  <a:pt x="16" y="6"/>
                </a:lnTo>
                <a:lnTo>
                  <a:pt x="23" y="3"/>
                </a:lnTo>
                <a:lnTo>
                  <a:pt x="30" y="1"/>
                </a:lnTo>
                <a:lnTo>
                  <a:pt x="37" y="0"/>
                </a:lnTo>
                <a:lnTo>
                  <a:pt x="532" y="0"/>
                </a:lnTo>
                <a:lnTo>
                  <a:pt x="532" y="0"/>
                </a:lnTo>
                <a:lnTo>
                  <a:pt x="540" y="1"/>
                </a:lnTo>
                <a:lnTo>
                  <a:pt x="547" y="3"/>
                </a:lnTo>
                <a:lnTo>
                  <a:pt x="553" y="6"/>
                </a:lnTo>
                <a:lnTo>
                  <a:pt x="559" y="11"/>
                </a:lnTo>
                <a:lnTo>
                  <a:pt x="563" y="16"/>
                </a:lnTo>
                <a:lnTo>
                  <a:pt x="567" y="23"/>
                </a:lnTo>
                <a:lnTo>
                  <a:pt x="569" y="31"/>
                </a:lnTo>
                <a:lnTo>
                  <a:pt x="570" y="37"/>
                </a:lnTo>
                <a:lnTo>
                  <a:pt x="570" y="300"/>
                </a:lnTo>
                <a:lnTo>
                  <a:pt x="570" y="300"/>
                </a:lnTo>
                <a:lnTo>
                  <a:pt x="569" y="308"/>
                </a:lnTo>
                <a:lnTo>
                  <a:pt x="567" y="315"/>
                </a:lnTo>
                <a:lnTo>
                  <a:pt x="563" y="322"/>
                </a:lnTo>
                <a:lnTo>
                  <a:pt x="559" y="327"/>
                </a:lnTo>
                <a:lnTo>
                  <a:pt x="553" y="332"/>
                </a:lnTo>
                <a:lnTo>
                  <a:pt x="547" y="336"/>
                </a:lnTo>
                <a:lnTo>
                  <a:pt x="540" y="338"/>
                </a:lnTo>
                <a:lnTo>
                  <a:pt x="532" y="338"/>
                </a:lnTo>
                <a:lnTo>
                  <a:pt x="532" y="338"/>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solidFill>
                <a:schemeClr val="accent6"/>
              </a:solidFill>
            </a:endParaRPr>
          </a:p>
        </p:txBody>
      </p:sp>
      <p:sp>
        <p:nvSpPr>
          <p:cNvPr id="225" name="Freeform 405">
            <a:extLst>
              <a:ext uri="{FF2B5EF4-FFF2-40B4-BE49-F238E27FC236}">
                <a16:creationId xmlns:a16="http://schemas.microsoft.com/office/drawing/2014/main" id="{1AA3BFFA-0677-44B1-820C-15B9B3ADA92C}"/>
              </a:ext>
            </a:extLst>
          </p:cNvPr>
          <p:cNvSpPr>
            <a:spLocks/>
          </p:cNvSpPr>
          <p:nvPr/>
        </p:nvSpPr>
        <p:spPr bwMode="auto">
          <a:xfrm>
            <a:off x="10940258" y="4572002"/>
            <a:ext cx="903287" cy="536575"/>
          </a:xfrm>
          <a:custGeom>
            <a:avLst/>
            <a:gdLst>
              <a:gd name="T0" fmla="*/ 531 w 569"/>
              <a:gd name="T1" fmla="*/ 338 h 338"/>
              <a:gd name="T2" fmla="*/ 37 w 569"/>
              <a:gd name="T3" fmla="*/ 338 h 338"/>
              <a:gd name="T4" fmla="*/ 37 w 569"/>
              <a:gd name="T5" fmla="*/ 338 h 338"/>
              <a:gd name="T6" fmla="*/ 30 w 569"/>
              <a:gd name="T7" fmla="*/ 338 h 338"/>
              <a:gd name="T8" fmla="*/ 23 w 569"/>
              <a:gd name="T9" fmla="*/ 336 h 338"/>
              <a:gd name="T10" fmla="*/ 16 w 569"/>
              <a:gd name="T11" fmla="*/ 332 h 338"/>
              <a:gd name="T12" fmla="*/ 11 w 569"/>
              <a:gd name="T13" fmla="*/ 327 h 338"/>
              <a:gd name="T14" fmla="*/ 6 w 569"/>
              <a:gd name="T15" fmla="*/ 322 h 338"/>
              <a:gd name="T16" fmla="*/ 2 w 569"/>
              <a:gd name="T17" fmla="*/ 315 h 338"/>
              <a:gd name="T18" fmla="*/ 1 w 569"/>
              <a:gd name="T19" fmla="*/ 308 h 338"/>
              <a:gd name="T20" fmla="*/ 0 w 569"/>
              <a:gd name="T21" fmla="*/ 300 h 338"/>
              <a:gd name="T22" fmla="*/ 0 w 569"/>
              <a:gd name="T23" fmla="*/ 37 h 338"/>
              <a:gd name="T24" fmla="*/ 0 w 569"/>
              <a:gd name="T25" fmla="*/ 37 h 338"/>
              <a:gd name="T26" fmla="*/ 1 w 569"/>
              <a:gd name="T27" fmla="*/ 31 h 338"/>
              <a:gd name="T28" fmla="*/ 2 w 569"/>
              <a:gd name="T29" fmla="*/ 23 h 338"/>
              <a:gd name="T30" fmla="*/ 6 w 569"/>
              <a:gd name="T31" fmla="*/ 16 h 338"/>
              <a:gd name="T32" fmla="*/ 11 w 569"/>
              <a:gd name="T33" fmla="*/ 11 h 338"/>
              <a:gd name="T34" fmla="*/ 16 w 569"/>
              <a:gd name="T35" fmla="*/ 6 h 338"/>
              <a:gd name="T36" fmla="*/ 23 w 569"/>
              <a:gd name="T37" fmla="*/ 3 h 338"/>
              <a:gd name="T38" fmla="*/ 30 w 569"/>
              <a:gd name="T39" fmla="*/ 1 h 338"/>
              <a:gd name="T40" fmla="*/ 37 w 569"/>
              <a:gd name="T41" fmla="*/ 0 h 338"/>
              <a:gd name="T42" fmla="*/ 531 w 569"/>
              <a:gd name="T43" fmla="*/ 0 h 338"/>
              <a:gd name="T44" fmla="*/ 531 w 569"/>
              <a:gd name="T45" fmla="*/ 0 h 338"/>
              <a:gd name="T46" fmla="*/ 539 w 569"/>
              <a:gd name="T47" fmla="*/ 1 h 338"/>
              <a:gd name="T48" fmla="*/ 546 w 569"/>
              <a:gd name="T49" fmla="*/ 3 h 338"/>
              <a:gd name="T50" fmla="*/ 552 w 569"/>
              <a:gd name="T51" fmla="*/ 6 h 338"/>
              <a:gd name="T52" fmla="*/ 558 w 569"/>
              <a:gd name="T53" fmla="*/ 11 h 338"/>
              <a:gd name="T54" fmla="*/ 562 w 569"/>
              <a:gd name="T55" fmla="*/ 16 h 338"/>
              <a:gd name="T56" fmla="*/ 567 w 569"/>
              <a:gd name="T57" fmla="*/ 23 h 338"/>
              <a:gd name="T58" fmla="*/ 569 w 569"/>
              <a:gd name="T59" fmla="*/ 31 h 338"/>
              <a:gd name="T60" fmla="*/ 569 w 569"/>
              <a:gd name="T61" fmla="*/ 37 h 338"/>
              <a:gd name="T62" fmla="*/ 569 w 569"/>
              <a:gd name="T63" fmla="*/ 300 h 338"/>
              <a:gd name="T64" fmla="*/ 569 w 569"/>
              <a:gd name="T65" fmla="*/ 300 h 338"/>
              <a:gd name="T66" fmla="*/ 569 w 569"/>
              <a:gd name="T67" fmla="*/ 308 h 338"/>
              <a:gd name="T68" fmla="*/ 567 w 569"/>
              <a:gd name="T69" fmla="*/ 315 h 338"/>
              <a:gd name="T70" fmla="*/ 562 w 569"/>
              <a:gd name="T71" fmla="*/ 322 h 338"/>
              <a:gd name="T72" fmla="*/ 558 w 569"/>
              <a:gd name="T73" fmla="*/ 327 h 338"/>
              <a:gd name="T74" fmla="*/ 552 w 569"/>
              <a:gd name="T75" fmla="*/ 332 h 338"/>
              <a:gd name="T76" fmla="*/ 546 w 569"/>
              <a:gd name="T77" fmla="*/ 336 h 338"/>
              <a:gd name="T78" fmla="*/ 539 w 569"/>
              <a:gd name="T79" fmla="*/ 338 h 338"/>
              <a:gd name="T80" fmla="*/ 531 w 569"/>
              <a:gd name="T81" fmla="*/ 338 h 338"/>
              <a:gd name="T82" fmla="*/ 531 w 569"/>
              <a:gd name="T83" fmla="*/ 33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69" h="338">
                <a:moveTo>
                  <a:pt x="531" y="338"/>
                </a:moveTo>
                <a:lnTo>
                  <a:pt x="37" y="338"/>
                </a:lnTo>
                <a:lnTo>
                  <a:pt x="37" y="338"/>
                </a:lnTo>
                <a:lnTo>
                  <a:pt x="30" y="338"/>
                </a:lnTo>
                <a:lnTo>
                  <a:pt x="23" y="336"/>
                </a:lnTo>
                <a:lnTo>
                  <a:pt x="16" y="332"/>
                </a:lnTo>
                <a:lnTo>
                  <a:pt x="11" y="327"/>
                </a:lnTo>
                <a:lnTo>
                  <a:pt x="6" y="322"/>
                </a:lnTo>
                <a:lnTo>
                  <a:pt x="2" y="315"/>
                </a:lnTo>
                <a:lnTo>
                  <a:pt x="1" y="308"/>
                </a:lnTo>
                <a:lnTo>
                  <a:pt x="0" y="300"/>
                </a:lnTo>
                <a:lnTo>
                  <a:pt x="0" y="37"/>
                </a:lnTo>
                <a:lnTo>
                  <a:pt x="0" y="37"/>
                </a:lnTo>
                <a:lnTo>
                  <a:pt x="1" y="31"/>
                </a:lnTo>
                <a:lnTo>
                  <a:pt x="2" y="23"/>
                </a:lnTo>
                <a:lnTo>
                  <a:pt x="6" y="16"/>
                </a:lnTo>
                <a:lnTo>
                  <a:pt x="11" y="11"/>
                </a:lnTo>
                <a:lnTo>
                  <a:pt x="16" y="6"/>
                </a:lnTo>
                <a:lnTo>
                  <a:pt x="23" y="3"/>
                </a:lnTo>
                <a:lnTo>
                  <a:pt x="30" y="1"/>
                </a:lnTo>
                <a:lnTo>
                  <a:pt x="37" y="0"/>
                </a:lnTo>
                <a:lnTo>
                  <a:pt x="531" y="0"/>
                </a:lnTo>
                <a:lnTo>
                  <a:pt x="531" y="0"/>
                </a:lnTo>
                <a:lnTo>
                  <a:pt x="539" y="1"/>
                </a:lnTo>
                <a:lnTo>
                  <a:pt x="546" y="3"/>
                </a:lnTo>
                <a:lnTo>
                  <a:pt x="552" y="6"/>
                </a:lnTo>
                <a:lnTo>
                  <a:pt x="558" y="11"/>
                </a:lnTo>
                <a:lnTo>
                  <a:pt x="562" y="16"/>
                </a:lnTo>
                <a:lnTo>
                  <a:pt x="567" y="23"/>
                </a:lnTo>
                <a:lnTo>
                  <a:pt x="569" y="31"/>
                </a:lnTo>
                <a:lnTo>
                  <a:pt x="569" y="37"/>
                </a:lnTo>
                <a:lnTo>
                  <a:pt x="569" y="300"/>
                </a:lnTo>
                <a:lnTo>
                  <a:pt x="569" y="300"/>
                </a:lnTo>
                <a:lnTo>
                  <a:pt x="569" y="308"/>
                </a:lnTo>
                <a:lnTo>
                  <a:pt x="567" y="315"/>
                </a:lnTo>
                <a:lnTo>
                  <a:pt x="562" y="322"/>
                </a:lnTo>
                <a:lnTo>
                  <a:pt x="558" y="327"/>
                </a:lnTo>
                <a:lnTo>
                  <a:pt x="552" y="332"/>
                </a:lnTo>
                <a:lnTo>
                  <a:pt x="546" y="336"/>
                </a:lnTo>
                <a:lnTo>
                  <a:pt x="539" y="338"/>
                </a:lnTo>
                <a:lnTo>
                  <a:pt x="531" y="338"/>
                </a:lnTo>
                <a:lnTo>
                  <a:pt x="531" y="338"/>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9" name="Rectangle 407">
            <a:extLst>
              <a:ext uri="{FF2B5EF4-FFF2-40B4-BE49-F238E27FC236}">
                <a16:creationId xmlns:a16="http://schemas.microsoft.com/office/drawing/2014/main" id="{D992DBBB-3701-4167-B4DD-E78CE0D8DE4C}"/>
              </a:ext>
            </a:extLst>
          </p:cNvPr>
          <p:cNvSpPr>
            <a:spLocks noChangeArrowheads="1"/>
          </p:cNvSpPr>
          <p:nvPr/>
        </p:nvSpPr>
        <p:spPr bwMode="auto">
          <a:xfrm>
            <a:off x="1621633" y="3186114"/>
            <a:ext cx="254000" cy="38100"/>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10" name="Rectangle 408">
            <a:extLst>
              <a:ext uri="{FF2B5EF4-FFF2-40B4-BE49-F238E27FC236}">
                <a16:creationId xmlns:a16="http://schemas.microsoft.com/office/drawing/2014/main" id="{219CDB43-B354-4468-9DDD-F1988119C1E8}"/>
              </a:ext>
            </a:extLst>
          </p:cNvPr>
          <p:cNvSpPr>
            <a:spLocks noChangeArrowheads="1"/>
          </p:cNvSpPr>
          <p:nvPr/>
        </p:nvSpPr>
        <p:spPr bwMode="auto">
          <a:xfrm>
            <a:off x="7417595" y="3186114"/>
            <a:ext cx="252412" cy="38100"/>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11" name="Rectangle 409">
            <a:extLst>
              <a:ext uri="{FF2B5EF4-FFF2-40B4-BE49-F238E27FC236}">
                <a16:creationId xmlns:a16="http://schemas.microsoft.com/office/drawing/2014/main" id="{4798C046-0364-4CAC-8800-40558917BE97}"/>
              </a:ext>
            </a:extLst>
          </p:cNvPr>
          <p:cNvSpPr>
            <a:spLocks noChangeArrowheads="1"/>
          </p:cNvSpPr>
          <p:nvPr/>
        </p:nvSpPr>
        <p:spPr bwMode="auto">
          <a:xfrm>
            <a:off x="2496345" y="4679952"/>
            <a:ext cx="4776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100" b="1" dirty="0">
                <a:solidFill>
                  <a:srgbClr val="FFFFFF"/>
                </a:solidFill>
                <a:latin typeface="+mn-lt"/>
              </a:rPr>
              <a:t>Mar</a:t>
            </a:r>
            <a:endParaRPr lang="en-US" altLang="en-US" sz="2400" dirty="0">
              <a:latin typeface="+mn-lt"/>
            </a:endParaRPr>
          </a:p>
        </p:txBody>
      </p:sp>
      <p:sp>
        <p:nvSpPr>
          <p:cNvPr id="12" name="Rectangle 410">
            <a:extLst>
              <a:ext uri="{FF2B5EF4-FFF2-40B4-BE49-F238E27FC236}">
                <a16:creationId xmlns:a16="http://schemas.microsoft.com/office/drawing/2014/main" id="{38473CDA-9923-481A-9E4F-D1F9962AC8FA}"/>
              </a:ext>
            </a:extLst>
          </p:cNvPr>
          <p:cNvSpPr>
            <a:spLocks noChangeArrowheads="1"/>
          </p:cNvSpPr>
          <p:nvPr/>
        </p:nvSpPr>
        <p:spPr bwMode="auto">
          <a:xfrm>
            <a:off x="3488533" y="4679952"/>
            <a:ext cx="4632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100" b="1" dirty="0">
                <a:solidFill>
                  <a:srgbClr val="FFFFFF"/>
                </a:solidFill>
                <a:latin typeface="+mn-lt"/>
              </a:rPr>
              <a:t>Apr</a:t>
            </a:r>
            <a:endParaRPr lang="en-US" altLang="en-US" sz="2400" dirty="0">
              <a:latin typeface="+mn-lt"/>
            </a:endParaRPr>
          </a:p>
        </p:txBody>
      </p:sp>
      <p:sp>
        <p:nvSpPr>
          <p:cNvPr id="13" name="Rectangle 411">
            <a:extLst>
              <a:ext uri="{FF2B5EF4-FFF2-40B4-BE49-F238E27FC236}">
                <a16:creationId xmlns:a16="http://schemas.microsoft.com/office/drawing/2014/main" id="{2A5E0B93-5B8F-49A7-85B6-B6FA3B6C4BEC}"/>
              </a:ext>
            </a:extLst>
          </p:cNvPr>
          <p:cNvSpPr>
            <a:spLocks noChangeArrowheads="1"/>
          </p:cNvSpPr>
          <p:nvPr/>
        </p:nvSpPr>
        <p:spPr bwMode="auto">
          <a:xfrm>
            <a:off x="4390233" y="4679952"/>
            <a:ext cx="5225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100" b="1" dirty="0">
                <a:solidFill>
                  <a:srgbClr val="FFFFFF"/>
                </a:solidFill>
                <a:latin typeface="+mn-lt"/>
              </a:rPr>
              <a:t>May</a:t>
            </a:r>
            <a:endParaRPr lang="en-US" altLang="en-US" sz="2400" dirty="0">
              <a:latin typeface="+mn-lt"/>
            </a:endParaRPr>
          </a:p>
        </p:txBody>
      </p:sp>
      <p:sp>
        <p:nvSpPr>
          <p:cNvPr id="14" name="Rectangle 412">
            <a:extLst>
              <a:ext uri="{FF2B5EF4-FFF2-40B4-BE49-F238E27FC236}">
                <a16:creationId xmlns:a16="http://schemas.microsoft.com/office/drawing/2014/main" id="{0993C36B-3F7F-433C-BE90-88A7BBF2AABE}"/>
              </a:ext>
            </a:extLst>
          </p:cNvPr>
          <p:cNvSpPr>
            <a:spLocks noChangeArrowheads="1"/>
          </p:cNvSpPr>
          <p:nvPr/>
        </p:nvSpPr>
        <p:spPr bwMode="auto">
          <a:xfrm>
            <a:off x="5393533" y="4679952"/>
            <a:ext cx="47929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100" b="1">
                <a:solidFill>
                  <a:srgbClr val="FFFFFF"/>
                </a:solidFill>
                <a:latin typeface="+mn-lt"/>
              </a:rPr>
              <a:t>Jun</a:t>
            </a:r>
            <a:endParaRPr lang="en-US" altLang="en-US" sz="2400">
              <a:latin typeface="+mn-lt"/>
            </a:endParaRPr>
          </a:p>
        </p:txBody>
      </p:sp>
      <p:sp>
        <p:nvSpPr>
          <p:cNvPr id="15" name="Rectangle 413">
            <a:extLst>
              <a:ext uri="{FF2B5EF4-FFF2-40B4-BE49-F238E27FC236}">
                <a16:creationId xmlns:a16="http://schemas.microsoft.com/office/drawing/2014/main" id="{5AA5673A-4F15-493C-A2AB-A5EFA1D3EC80}"/>
              </a:ext>
            </a:extLst>
          </p:cNvPr>
          <p:cNvSpPr>
            <a:spLocks noChangeArrowheads="1"/>
          </p:cNvSpPr>
          <p:nvPr/>
        </p:nvSpPr>
        <p:spPr bwMode="auto">
          <a:xfrm>
            <a:off x="6395245" y="4679952"/>
            <a:ext cx="38953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100" b="1">
                <a:solidFill>
                  <a:srgbClr val="FFFFFF"/>
                </a:solidFill>
                <a:latin typeface="+mn-lt"/>
              </a:rPr>
              <a:t>Jul</a:t>
            </a:r>
            <a:endParaRPr lang="en-US" altLang="en-US" sz="2400">
              <a:latin typeface="+mn-lt"/>
            </a:endParaRPr>
          </a:p>
        </p:txBody>
      </p:sp>
      <p:sp>
        <p:nvSpPr>
          <p:cNvPr id="16" name="Rectangle 414">
            <a:extLst>
              <a:ext uri="{FF2B5EF4-FFF2-40B4-BE49-F238E27FC236}">
                <a16:creationId xmlns:a16="http://schemas.microsoft.com/office/drawing/2014/main" id="{9B62DBAD-E617-4E5A-86D0-AAF543160554}"/>
              </a:ext>
            </a:extLst>
          </p:cNvPr>
          <p:cNvSpPr>
            <a:spLocks noChangeArrowheads="1"/>
          </p:cNvSpPr>
          <p:nvPr/>
        </p:nvSpPr>
        <p:spPr bwMode="auto">
          <a:xfrm>
            <a:off x="7312820" y="4679952"/>
            <a:ext cx="52418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100" b="1">
                <a:solidFill>
                  <a:srgbClr val="FFFFFF"/>
                </a:solidFill>
                <a:latin typeface="+mn-lt"/>
              </a:rPr>
              <a:t>Aug</a:t>
            </a:r>
            <a:endParaRPr lang="en-US" altLang="en-US" sz="2400">
              <a:latin typeface="+mn-lt"/>
            </a:endParaRPr>
          </a:p>
        </p:txBody>
      </p:sp>
      <p:sp>
        <p:nvSpPr>
          <p:cNvPr id="17" name="Rectangle 415">
            <a:extLst>
              <a:ext uri="{FF2B5EF4-FFF2-40B4-BE49-F238E27FC236}">
                <a16:creationId xmlns:a16="http://schemas.microsoft.com/office/drawing/2014/main" id="{4FE5E622-1897-4994-AF25-45BAF165980B}"/>
              </a:ext>
            </a:extLst>
          </p:cNvPr>
          <p:cNvSpPr>
            <a:spLocks noChangeArrowheads="1"/>
          </p:cNvSpPr>
          <p:nvPr/>
        </p:nvSpPr>
        <p:spPr bwMode="auto">
          <a:xfrm>
            <a:off x="8268496" y="4679952"/>
            <a:ext cx="4937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100" b="1">
                <a:solidFill>
                  <a:srgbClr val="FFFFFF"/>
                </a:solidFill>
                <a:latin typeface="+mn-lt"/>
              </a:rPr>
              <a:t>Sep</a:t>
            </a:r>
            <a:endParaRPr lang="en-US" altLang="en-US" sz="2400">
              <a:latin typeface="+mn-lt"/>
            </a:endParaRPr>
          </a:p>
        </p:txBody>
      </p:sp>
      <p:sp>
        <p:nvSpPr>
          <p:cNvPr id="18" name="Rectangle 416">
            <a:extLst>
              <a:ext uri="{FF2B5EF4-FFF2-40B4-BE49-F238E27FC236}">
                <a16:creationId xmlns:a16="http://schemas.microsoft.com/office/drawing/2014/main" id="{25665767-141A-462B-A44B-D78F81CCA017}"/>
              </a:ext>
            </a:extLst>
          </p:cNvPr>
          <p:cNvSpPr>
            <a:spLocks noChangeArrowheads="1"/>
          </p:cNvSpPr>
          <p:nvPr/>
        </p:nvSpPr>
        <p:spPr bwMode="auto">
          <a:xfrm>
            <a:off x="9262270" y="4679952"/>
            <a:ext cx="4488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100" b="1" dirty="0">
                <a:solidFill>
                  <a:srgbClr val="FFFFFF"/>
                </a:solidFill>
                <a:latin typeface="+mn-lt"/>
              </a:rPr>
              <a:t>Oct</a:t>
            </a:r>
            <a:endParaRPr lang="en-US" altLang="en-US" sz="2400" dirty="0">
              <a:latin typeface="+mn-lt"/>
            </a:endParaRPr>
          </a:p>
        </p:txBody>
      </p:sp>
      <p:sp>
        <p:nvSpPr>
          <p:cNvPr id="19" name="Rectangle 417">
            <a:extLst>
              <a:ext uri="{FF2B5EF4-FFF2-40B4-BE49-F238E27FC236}">
                <a16:creationId xmlns:a16="http://schemas.microsoft.com/office/drawing/2014/main" id="{6F2C9853-2B83-4C73-8F91-4CB57993088F}"/>
              </a:ext>
            </a:extLst>
          </p:cNvPr>
          <p:cNvSpPr>
            <a:spLocks noChangeArrowheads="1"/>
          </p:cNvSpPr>
          <p:nvPr/>
        </p:nvSpPr>
        <p:spPr bwMode="auto">
          <a:xfrm>
            <a:off x="10202070" y="4679952"/>
            <a:ext cx="508152" cy="323165"/>
          </a:xfrm>
          <a:prstGeom prst="rect">
            <a:avLst/>
          </a:prstGeom>
          <a:noFill/>
          <a:ln>
            <a:noFill/>
          </a:ln>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100" b="1" dirty="0">
                <a:solidFill>
                  <a:srgbClr val="FFFFFF"/>
                </a:solidFill>
                <a:latin typeface="+mn-lt"/>
              </a:rPr>
              <a:t>Nov</a:t>
            </a:r>
            <a:endParaRPr lang="en-US" altLang="en-US" sz="2400" dirty="0">
              <a:latin typeface="+mn-lt"/>
            </a:endParaRPr>
          </a:p>
        </p:txBody>
      </p:sp>
      <p:sp>
        <p:nvSpPr>
          <p:cNvPr id="20" name="Rectangle 418">
            <a:extLst>
              <a:ext uri="{FF2B5EF4-FFF2-40B4-BE49-F238E27FC236}">
                <a16:creationId xmlns:a16="http://schemas.microsoft.com/office/drawing/2014/main" id="{83E8DBA3-3804-43CE-AB76-881914FD80CB}"/>
              </a:ext>
            </a:extLst>
          </p:cNvPr>
          <p:cNvSpPr>
            <a:spLocks noChangeArrowheads="1"/>
          </p:cNvSpPr>
          <p:nvPr/>
        </p:nvSpPr>
        <p:spPr bwMode="auto">
          <a:xfrm>
            <a:off x="11168858" y="4679952"/>
            <a:ext cx="49212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100" b="1" dirty="0">
                <a:solidFill>
                  <a:srgbClr val="FFFFFF"/>
                </a:solidFill>
                <a:latin typeface="+mn-lt"/>
              </a:rPr>
              <a:t>Dec</a:t>
            </a:r>
            <a:endParaRPr lang="en-US" altLang="en-US" sz="2400" dirty="0">
              <a:latin typeface="+mn-lt"/>
            </a:endParaRPr>
          </a:p>
        </p:txBody>
      </p:sp>
      <p:sp>
        <p:nvSpPr>
          <p:cNvPr id="21" name="Rectangle 419">
            <a:extLst>
              <a:ext uri="{FF2B5EF4-FFF2-40B4-BE49-F238E27FC236}">
                <a16:creationId xmlns:a16="http://schemas.microsoft.com/office/drawing/2014/main" id="{4BDBBDA3-412D-4965-8C8E-D3832FDE4B1A}"/>
              </a:ext>
            </a:extLst>
          </p:cNvPr>
          <p:cNvSpPr>
            <a:spLocks noChangeArrowheads="1"/>
          </p:cNvSpPr>
          <p:nvPr/>
        </p:nvSpPr>
        <p:spPr bwMode="auto">
          <a:xfrm>
            <a:off x="1851820" y="5848352"/>
            <a:ext cx="8220075" cy="77787"/>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1" dirty="0"/>
          </a:p>
        </p:txBody>
      </p:sp>
      <p:sp>
        <p:nvSpPr>
          <p:cNvPr id="22" name="Freeform 420">
            <a:extLst>
              <a:ext uri="{FF2B5EF4-FFF2-40B4-BE49-F238E27FC236}">
                <a16:creationId xmlns:a16="http://schemas.microsoft.com/office/drawing/2014/main" id="{35C8A1A4-42E3-4BF8-A4BB-356C829F0C41}"/>
              </a:ext>
            </a:extLst>
          </p:cNvPr>
          <p:cNvSpPr>
            <a:spLocks/>
          </p:cNvSpPr>
          <p:nvPr/>
        </p:nvSpPr>
        <p:spPr bwMode="auto">
          <a:xfrm>
            <a:off x="1689895" y="5718177"/>
            <a:ext cx="338137" cy="339725"/>
          </a:xfrm>
          <a:custGeom>
            <a:avLst/>
            <a:gdLst>
              <a:gd name="T0" fmla="*/ 106 w 213"/>
              <a:gd name="T1" fmla="*/ 214 h 214"/>
              <a:gd name="T2" fmla="*/ 85 w 213"/>
              <a:gd name="T3" fmla="*/ 212 h 214"/>
              <a:gd name="T4" fmla="*/ 65 w 213"/>
              <a:gd name="T5" fmla="*/ 205 h 214"/>
              <a:gd name="T6" fmla="*/ 47 w 213"/>
              <a:gd name="T7" fmla="*/ 195 h 214"/>
              <a:gd name="T8" fmla="*/ 31 w 213"/>
              <a:gd name="T9" fmla="*/ 182 h 214"/>
              <a:gd name="T10" fmla="*/ 18 w 213"/>
              <a:gd name="T11" fmla="*/ 167 h 214"/>
              <a:gd name="T12" fmla="*/ 8 w 213"/>
              <a:gd name="T13" fmla="*/ 149 h 214"/>
              <a:gd name="T14" fmla="*/ 2 w 213"/>
              <a:gd name="T15" fmla="*/ 129 h 214"/>
              <a:gd name="T16" fmla="*/ 0 w 213"/>
              <a:gd name="T17" fmla="*/ 107 h 214"/>
              <a:gd name="T18" fmla="*/ 1 w 213"/>
              <a:gd name="T19" fmla="*/ 97 h 214"/>
              <a:gd name="T20" fmla="*/ 4 w 213"/>
              <a:gd name="T21" fmla="*/ 76 h 214"/>
              <a:gd name="T22" fmla="*/ 13 w 213"/>
              <a:gd name="T23" fmla="*/ 57 h 214"/>
              <a:gd name="T24" fmla="*/ 24 w 213"/>
              <a:gd name="T25" fmla="*/ 39 h 214"/>
              <a:gd name="T26" fmla="*/ 38 w 213"/>
              <a:gd name="T27" fmla="*/ 25 h 214"/>
              <a:gd name="T28" fmla="*/ 55 w 213"/>
              <a:gd name="T29" fmla="*/ 13 h 214"/>
              <a:gd name="T30" fmla="*/ 75 w 213"/>
              <a:gd name="T31" fmla="*/ 6 h 214"/>
              <a:gd name="T32" fmla="*/ 95 w 213"/>
              <a:gd name="T33" fmla="*/ 1 h 214"/>
              <a:gd name="T34" fmla="*/ 106 w 213"/>
              <a:gd name="T35" fmla="*/ 0 h 214"/>
              <a:gd name="T36" fmla="*/ 128 w 213"/>
              <a:gd name="T37" fmla="*/ 2 h 214"/>
              <a:gd name="T38" fmla="*/ 148 w 213"/>
              <a:gd name="T39" fmla="*/ 9 h 214"/>
              <a:gd name="T40" fmla="*/ 166 w 213"/>
              <a:gd name="T41" fmla="*/ 19 h 214"/>
              <a:gd name="T42" fmla="*/ 182 w 213"/>
              <a:gd name="T43" fmla="*/ 31 h 214"/>
              <a:gd name="T44" fmla="*/ 195 w 213"/>
              <a:gd name="T45" fmla="*/ 48 h 214"/>
              <a:gd name="T46" fmla="*/ 205 w 213"/>
              <a:gd name="T47" fmla="*/ 66 h 214"/>
              <a:gd name="T48" fmla="*/ 211 w 213"/>
              <a:gd name="T49" fmla="*/ 86 h 214"/>
              <a:gd name="T50" fmla="*/ 213 w 213"/>
              <a:gd name="T51" fmla="*/ 107 h 214"/>
              <a:gd name="T52" fmla="*/ 213 w 213"/>
              <a:gd name="T53" fmla="*/ 118 h 214"/>
              <a:gd name="T54" fmla="*/ 208 w 213"/>
              <a:gd name="T55" fmla="*/ 139 h 214"/>
              <a:gd name="T56" fmla="*/ 200 w 213"/>
              <a:gd name="T57" fmla="*/ 158 h 214"/>
              <a:gd name="T58" fmla="*/ 189 w 213"/>
              <a:gd name="T59" fmla="*/ 175 h 214"/>
              <a:gd name="T60" fmla="*/ 174 w 213"/>
              <a:gd name="T61" fmla="*/ 190 h 214"/>
              <a:gd name="T62" fmla="*/ 157 w 213"/>
              <a:gd name="T63" fmla="*/ 201 h 214"/>
              <a:gd name="T64" fmla="*/ 138 w 213"/>
              <a:gd name="T65" fmla="*/ 209 h 214"/>
              <a:gd name="T66" fmla="*/ 117 w 213"/>
              <a:gd name="T67" fmla="*/ 213 h 214"/>
              <a:gd name="T68" fmla="*/ 106 w 213"/>
              <a:gd name="T6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3" h="214">
                <a:moveTo>
                  <a:pt x="106" y="214"/>
                </a:moveTo>
                <a:lnTo>
                  <a:pt x="106" y="214"/>
                </a:lnTo>
                <a:lnTo>
                  <a:pt x="95" y="213"/>
                </a:lnTo>
                <a:lnTo>
                  <a:pt x="85" y="212"/>
                </a:lnTo>
                <a:lnTo>
                  <a:pt x="75" y="209"/>
                </a:lnTo>
                <a:lnTo>
                  <a:pt x="65" y="205"/>
                </a:lnTo>
                <a:lnTo>
                  <a:pt x="55" y="201"/>
                </a:lnTo>
                <a:lnTo>
                  <a:pt x="47" y="195"/>
                </a:lnTo>
                <a:lnTo>
                  <a:pt x="38" y="190"/>
                </a:lnTo>
                <a:lnTo>
                  <a:pt x="31" y="182"/>
                </a:lnTo>
                <a:lnTo>
                  <a:pt x="24" y="175"/>
                </a:lnTo>
                <a:lnTo>
                  <a:pt x="18" y="167"/>
                </a:lnTo>
                <a:lnTo>
                  <a:pt x="13" y="158"/>
                </a:lnTo>
                <a:lnTo>
                  <a:pt x="8" y="149"/>
                </a:lnTo>
                <a:lnTo>
                  <a:pt x="4" y="139"/>
                </a:lnTo>
                <a:lnTo>
                  <a:pt x="2" y="129"/>
                </a:lnTo>
                <a:lnTo>
                  <a:pt x="1" y="118"/>
                </a:lnTo>
                <a:lnTo>
                  <a:pt x="0" y="107"/>
                </a:lnTo>
                <a:lnTo>
                  <a:pt x="0" y="107"/>
                </a:lnTo>
                <a:lnTo>
                  <a:pt x="1" y="97"/>
                </a:lnTo>
                <a:lnTo>
                  <a:pt x="2" y="86"/>
                </a:lnTo>
                <a:lnTo>
                  <a:pt x="4" y="76"/>
                </a:lnTo>
                <a:lnTo>
                  <a:pt x="8" y="66"/>
                </a:lnTo>
                <a:lnTo>
                  <a:pt x="13" y="57"/>
                </a:lnTo>
                <a:lnTo>
                  <a:pt x="18" y="48"/>
                </a:lnTo>
                <a:lnTo>
                  <a:pt x="24" y="39"/>
                </a:lnTo>
                <a:lnTo>
                  <a:pt x="31" y="31"/>
                </a:lnTo>
                <a:lnTo>
                  <a:pt x="38" y="25"/>
                </a:lnTo>
                <a:lnTo>
                  <a:pt x="47" y="19"/>
                </a:lnTo>
                <a:lnTo>
                  <a:pt x="55" y="13"/>
                </a:lnTo>
                <a:lnTo>
                  <a:pt x="65" y="9"/>
                </a:lnTo>
                <a:lnTo>
                  <a:pt x="75" y="6"/>
                </a:lnTo>
                <a:lnTo>
                  <a:pt x="85" y="2"/>
                </a:lnTo>
                <a:lnTo>
                  <a:pt x="95" y="1"/>
                </a:lnTo>
                <a:lnTo>
                  <a:pt x="106" y="0"/>
                </a:lnTo>
                <a:lnTo>
                  <a:pt x="106" y="0"/>
                </a:lnTo>
                <a:lnTo>
                  <a:pt x="117" y="1"/>
                </a:lnTo>
                <a:lnTo>
                  <a:pt x="128" y="2"/>
                </a:lnTo>
                <a:lnTo>
                  <a:pt x="138" y="6"/>
                </a:lnTo>
                <a:lnTo>
                  <a:pt x="148" y="9"/>
                </a:lnTo>
                <a:lnTo>
                  <a:pt x="157" y="13"/>
                </a:lnTo>
                <a:lnTo>
                  <a:pt x="166" y="19"/>
                </a:lnTo>
                <a:lnTo>
                  <a:pt x="174" y="25"/>
                </a:lnTo>
                <a:lnTo>
                  <a:pt x="182" y="31"/>
                </a:lnTo>
                <a:lnTo>
                  <a:pt x="189" y="39"/>
                </a:lnTo>
                <a:lnTo>
                  <a:pt x="195" y="48"/>
                </a:lnTo>
                <a:lnTo>
                  <a:pt x="200" y="57"/>
                </a:lnTo>
                <a:lnTo>
                  <a:pt x="205" y="66"/>
                </a:lnTo>
                <a:lnTo>
                  <a:pt x="208" y="76"/>
                </a:lnTo>
                <a:lnTo>
                  <a:pt x="211" y="86"/>
                </a:lnTo>
                <a:lnTo>
                  <a:pt x="213" y="97"/>
                </a:lnTo>
                <a:lnTo>
                  <a:pt x="213" y="107"/>
                </a:lnTo>
                <a:lnTo>
                  <a:pt x="213" y="107"/>
                </a:lnTo>
                <a:lnTo>
                  <a:pt x="213" y="118"/>
                </a:lnTo>
                <a:lnTo>
                  <a:pt x="211" y="129"/>
                </a:lnTo>
                <a:lnTo>
                  <a:pt x="208" y="139"/>
                </a:lnTo>
                <a:lnTo>
                  <a:pt x="205" y="149"/>
                </a:lnTo>
                <a:lnTo>
                  <a:pt x="200" y="158"/>
                </a:lnTo>
                <a:lnTo>
                  <a:pt x="195" y="167"/>
                </a:lnTo>
                <a:lnTo>
                  <a:pt x="189" y="175"/>
                </a:lnTo>
                <a:lnTo>
                  <a:pt x="182" y="182"/>
                </a:lnTo>
                <a:lnTo>
                  <a:pt x="174" y="190"/>
                </a:lnTo>
                <a:lnTo>
                  <a:pt x="166" y="195"/>
                </a:lnTo>
                <a:lnTo>
                  <a:pt x="157" y="201"/>
                </a:lnTo>
                <a:lnTo>
                  <a:pt x="148" y="205"/>
                </a:lnTo>
                <a:lnTo>
                  <a:pt x="138" y="209"/>
                </a:lnTo>
                <a:lnTo>
                  <a:pt x="128" y="212"/>
                </a:lnTo>
                <a:lnTo>
                  <a:pt x="117" y="213"/>
                </a:lnTo>
                <a:lnTo>
                  <a:pt x="106" y="214"/>
                </a:lnTo>
                <a:lnTo>
                  <a:pt x="106" y="214"/>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23" name="Freeform 421">
            <a:extLst>
              <a:ext uri="{FF2B5EF4-FFF2-40B4-BE49-F238E27FC236}">
                <a16:creationId xmlns:a16="http://schemas.microsoft.com/office/drawing/2014/main" id="{B87C5942-8931-4F29-A543-45B11343577E}"/>
              </a:ext>
            </a:extLst>
          </p:cNvPr>
          <p:cNvSpPr>
            <a:spLocks/>
          </p:cNvSpPr>
          <p:nvPr/>
        </p:nvSpPr>
        <p:spPr bwMode="auto">
          <a:xfrm>
            <a:off x="9940133" y="5703889"/>
            <a:ext cx="447675" cy="366712"/>
          </a:xfrm>
          <a:custGeom>
            <a:avLst/>
            <a:gdLst>
              <a:gd name="T0" fmla="*/ 282 w 282"/>
              <a:gd name="T1" fmla="*/ 116 h 231"/>
              <a:gd name="T2" fmla="*/ 0 w 282"/>
              <a:gd name="T3" fmla="*/ 231 h 231"/>
              <a:gd name="T4" fmla="*/ 67 w 282"/>
              <a:gd name="T5" fmla="*/ 116 h 231"/>
              <a:gd name="T6" fmla="*/ 0 w 282"/>
              <a:gd name="T7" fmla="*/ 0 h 231"/>
              <a:gd name="T8" fmla="*/ 282 w 282"/>
              <a:gd name="T9" fmla="*/ 116 h 231"/>
            </a:gdLst>
            <a:ahLst/>
            <a:cxnLst>
              <a:cxn ang="0">
                <a:pos x="T0" y="T1"/>
              </a:cxn>
              <a:cxn ang="0">
                <a:pos x="T2" y="T3"/>
              </a:cxn>
              <a:cxn ang="0">
                <a:pos x="T4" y="T5"/>
              </a:cxn>
              <a:cxn ang="0">
                <a:pos x="T6" y="T7"/>
              </a:cxn>
              <a:cxn ang="0">
                <a:pos x="T8" y="T9"/>
              </a:cxn>
            </a:cxnLst>
            <a:rect l="0" t="0" r="r" b="b"/>
            <a:pathLst>
              <a:path w="282" h="231">
                <a:moveTo>
                  <a:pt x="282" y="116"/>
                </a:moveTo>
                <a:lnTo>
                  <a:pt x="0" y="231"/>
                </a:lnTo>
                <a:lnTo>
                  <a:pt x="67" y="116"/>
                </a:lnTo>
                <a:lnTo>
                  <a:pt x="0" y="0"/>
                </a:lnTo>
                <a:lnTo>
                  <a:pt x="282" y="116"/>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24" name="Rectangle 422">
            <a:extLst>
              <a:ext uri="{FF2B5EF4-FFF2-40B4-BE49-F238E27FC236}">
                <a16:creationId xmlns:a16="http://schemas.microsoft.com/office/drawing/2014/main" id="{E989AE97-B4A1-4855-9D40-1D07A6AF1125}"/>
              </a:ext>
            </a:extLst>
          </p:cNvPr>
          <p:cNvSpPr>
            <a:spLocks noChangeArrowheads="1"/>
          </p:cNvSpPr>
          <p:nvPr/>
        </p:nvSpPr>
        <p:spPr bwMode="auto">
          <a:xfrm>
            <a:off x="711995" y="5715002"/>
            <a:ext cx="8776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100" b="1" dirty="0">
                <a:solidFill>
                  <a:schemeClr val="tx1">
                    <a:lumMod val="90000"/>
                    <a:lumOff val="10000"/>
                  </a:schemeClr>
                </a:solidFill>
                <a:latin typeface="+mn-lt"/>
              </a:rPr>
              <a:t>START</a:t>
            </a:r>
            <a:endParaRPr lang="en-US" altLang="en-US" sz="2400" dirty="0">
              <a:solidFill>
                <a:schemeClr val="tx1">
                  <a:lumMod val="90000"/>
                  <a:lumOff val="10000"/>
                </a:schemeClr>
              </a:solidFill>
              <a:latin typeface="+mn-lt"/>
            </a:endParaRPr>
          </a:p>
        </p:txBody>
      </p:sp>
      <p:sp>
        <p:nvSpPr>
          <p:cNvPr id="25" name="Rectangle 423">
            <a:extLst>
              <a:ext uri="{FF2B5EF4-FFF2-40B4-BE49-F238E27FC236}">
                <a16:creationId xmlns:a16="http://schemas.microsoft.com/office/drawing/2014/main" id="{50568B1F-0FCD-4B77-8EC0-5B097DA13EF2}"/>
              </a:ext>
            </a:extLst>
          </p:cNvPr>
          <p:cNvSpPr>
            <a:spLocks noChangeArrowheads="1"/>
          </p:cNvSpPr>
          <p:nvPr/>
        </p:nvSpPr>
        <p:spPr bwMode="auto">
          <a:xfrm>
            <a:off x="10560845" y="5715002"/>
            <a:ext cx="88325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100" b="1" dirty="0">
                <a:solidFill>
                  <a:schemeClr val="tx1">
                    <a:lumMod val="90000"/>
                    <a:lumOff val="10000"/>
                  </a:schemeClr>
                </a:solidFill>
                <a:latin typeface="+mn-lt"/>
              </a:rPr>
              <a:t>FINISH</a:t>
            </a:r>
            <a:endParaRPr lang="en-US" altLang="en-US" sz="2400" dirty="0">
              <a:solidFill>
                <a:schemeClr val="tx1">
                  <a:lumMod val="90000"/>
                  <a:lumOff val="10000"/>
                </a:schemeClr>
              </a:solidFill>
              <a:latin typeface="+mn-lt"/>
            </a:endParaRPr>
          </a:p>
        </p:txBody>
      </p:sp>
      <p:sp>
        <p:nvSpPr>
          <p:cNvPr id="442" name="TextBox 441">
            <a:extLst>
              <a:ext uri="{FF2B5EF4-FFF2-40B4-BE49-F238E27FC236}">
                <a16:creationId xmlns:a16="http://schemas.microsoft.com/office/drawing/2014/main" id="{342D9D1D-2430-4F88-A0A9-509BB6546DC9}"/>
              </a:ext>
            </a:extLst>
          </p:cNvPr>
          <p:cNvSpPr txBox="1"/>
          <p:nvPr/>
        </p:nvSpPr>
        <p:spPr>
          <a:xfrm>
            <a:off x="933682" y="2173368"/>
            <a:ext cx="1629903" cy="800219"/>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1200" dirty="0">
                <a:solidFill>
                  <a:schemeClr val="tx1">
                    <a:lumMod val="75000"/>
                    <a:lumOff val="25000"/>
                  </a:schemeClr>
                </a:solidFill>
              </a:rPr>
              <a:t>integer </a:t>
            </a:r>
            <a:r>
              <a:rPr lang="en-US" sz="1200" dirty="0" err="1">
                <a:solidFill>
                  <a:schemeClr val="tx1">
                    <a:lumMod val="75000"/>
                    <a:lumOff val="25000"/>
                  </a:schemeClr>
                </a:solidFill>
              </a:rPr>
              <a:t>feugiat</a:t>
            </a:r>
            <a:r>
              <a:rPr lang="en-US" sz="1200" dirty="0">
                <a:solidFill>
                  <a:schemeClr val="tx1">
                    <a:lumMod val="75000"/>
                    <a:lumOff val="25000"/>
                  </a:schemeClr>
                </a:solidFill>
              </a:rPr>
              <a:t> </a:t>
            </a:r>
            <a:r>
              <a:rPr lang="en-US" sz="1200" dirty="0" err="1">
                <a:solidFill>
                  <a:schemeClr val="tx1">
                    <a:lumMod val="75000"/>
                    <a:lumOff val="25000"/>
                  </a:schemeClr>
                </a:solidFill>
              </a:rPr>
              <a:t>scelerisque</a:t>
            </a:r>
            <a:r>
              <a:rPr lang="en-US" sz="1200" dirty="0">
                <a:solidFill>
                  <a:schemeClr val="tx1">
                    <a:lumMod val="75000"/>
                    <a:lumOff val="25000"/>
                  </a:schemeClr>
                </a:solidFill>
              </a:rPr>
              <a:t> </a:t>
            </a:r>
            <a:r>
              <a:rPr lang="en-US" sz="1200" dirty="0" err="1">
                <a:solidFill>
                  <a:schemeClr val="tx1">
                    <a:lumMod val="75000"/>
                    <a:lumOff val="25000"/>
                  </a:schemeClr>
                </a:solidFill>
              </a:rPr>
              <a:t>varius</a:t>
            </a:r>
            <a:r>
              <a:rPr lang="en-US" sz="1200" dirty="0">
                <a:solidFill>
                  <a:schemeClr val="tx1">
                    <a:lumMod val="75000"/>
                    <a:lumOff val="25000"/>
                  </a:schemeClr>
                </a:solidFill>
              </a:rPr>
              <a:t> </a:t>
            </a:r>
            <a:r>
              <a:rPr lang="en-US" sz="1200" dirty="0" err="1">
                <a:solidFill>
                  <a:schemeClr val="tx1">
                    <a:lumMod val="75000"/>
                    <a:lumOff val="25000"/>
                  </a:schemeClr>
                </a:solidFill>
              </a:rPr>
              <a:t>morbi</a:t>
            </a:r>
            <a:endParaRPr lang="en-US" sz="1200" dirty="0">
              <a:solidFill>
                <a:schemeClr val="tx1">
                  <a:lumMod val="75000"/>
                  <a:lumOff val="25000"/>
                </a:schemeClr>
              </a:solidFill>
            </a:endParaRPr>
          </a:p>
        </p:txBody>
      </p:sp>
      <p:sp>
        <p:nvSpPr>
          <p:cNvPr id="443" name="TextBox 442">
            <a:extLst>
              <a:ext uri="{FF2B5EF4-FFF2-40B4-BE49-F238E27FC236}">
                <a16:creationId xmlns:a16="http://schemas.microsoft.com/office/drawing/2014/main" id="{D911D5BD-1194-4D3A-8B4D-E057A3545306}"/>
              </a:ext>
            </a:extLst>
          </p:cNvPr>
          <p:cNvSpPr txBox="1"/>
          <p:nvPr/>
        </p:nvSpPr>
        <p:spPr>
          <a:xfrm>
            <a:off x="1104226" y="1883669"/>
            <a:ext cx="1288814" cy="246221"/>
          </a:xfrm>
          <a:prstGeom prst="rect">
            <a:avLst/>
          </a:prstGeom>
          <a:noFill/>
        </p:spPr>
        <p:txBody>
          <a:bodyPr wrap="none" lIns="0" tIns="0" rIns="0" bIns="0" rtlCol="0">
            <a:spAutoFit/>
          </a:bodyPr>
          <a:lstStyle/>
          <a:p>
            <a:pPr algn="ctr"/>
            <a:r>
              <a:rPr lang="da-DK" sz="1600" b="1" dirty="0">
                <a:solidFill>
                  <a:schemeClr val="accent1"/>
                </a:solidFill>
              </a:rPr>
              <a:t>Lorem ipsum</a:t>
            </a:r>
            <a:endParaRPr lang="en-US" sz="1600" b="1" dirty="0">
              <a:solidFill>
                <a:schemeClr val="accent1"/>
              </a:solidFill>
            </a:endParaRPr>
          </a:p>
        </p:txBody>
      </p:sp>
      <p:sp>
        <p:nvSpPr>
          <p:cNvPr id="448" name="TextBox 447">
            <a:extLst>
              <a:ext uri="{FF2B5EF4-FFF2-40B4-BE49-F238E27FC236}">
                <a16:creationId xmlns:a16="http://schemas.microsoft.com/office/drawing/2014/main" id="{CDD02393-C01E-4790-B1C4-F792660737A9}"/>
              </a:ext>
            </a:extLst>
          </p:cNvPr>
          <p:cNvSpPr txBox="1"/>
          <p:nvPr/>
        </p:nvSpPr>
        <p:spPr>
          <a:xfrm>
            <a:off x="8665828" y="2951690"/>
            <a:ext cx="1629903" cy="800219"/>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1200" dirty="0">
                <a:solidFill>
                  <a:schemeClr val="tx1">
                    <a:lumMod val="75000"/>
                    <a:lumOff val="25000"/>
                  </a:schemeClr>
                </a:solidFill>
              </a:rPr>
              <a:t>mi tempus </a:t>
            </a:r>
            <a:r>
              <a:rPr lang="en-US" sz="1200" dirty="0" err="1">
                <a:solidFill>
                  <a:schemeClr val="tx1">
                    <a:lumMod val="75000"/>
                    <a:lumOff val="25000"/>
                  </a:schemeClr>
                </a:solidFill>
              </a:rPr>
              <a:t>imperdiet</a:t>
            </a:r>
            <a:r>
              <a:rPr lang="en-US" sz="1200" dirty="0">
                <a:solidFill>
                  <a:schemeClr val="tx1">
                    <a:lumMod val="75000"/>
                    <a:lumOff val="25000"/>
                  </a:schemeClr>
                </a:solidFill>
              </a:rPr>
              <a:t> </a:t>
            </a:r>
            <a:r>
              <a:rPr lang="en-US" sz="1200" dirty="0" err="1">
                <a:solidFill>
                  <a:schemeClr val="tx1">
                    <a:lumMod val="75000"/>
                    <a:lumOff val="25000"/>
                  </a:schemeClr>
                </a:solidFill>
              </a:rPr>
              <a:t>nulla</a:t>
            </a:r>
            <a:r>
              <a:rPr lang="en-US" sz="1200" dirty="0">
                <a:solidFill>
                  <a:schemeClr val="tx1">
                    <a:lumMod val="75000"/>
                    <a:lumOff val="25000"/>
                  </a:schemeClr>
                </a:solidFill>
              </a:rPr>
              <a:t> </a:t>
            </a:r>
            <a:r>
              <a:rPr lang="en-US" sz="1200" dirty="0" err="1">
                <a:solidFill>
                  <a:schemeClr val="tx1">
                    <a:lumMod val="75000"/>
                    <a:lumOff val="25000"/>
                  </a:schemeClr>
                </a:solidFill>
              </a:rPr>
              <a:t>malesuada</a:t>
            </a:r>
            <a:r>
              <a:rPr lang="en-US" sz="1200" dirty="0">
                <a:solidFill>
                  <a:schemeClr val="tx1">
                    <a:lumMod val="75000"/>
                    <a:lumOff val="25000"/>
                  </a:schemeClr>
                </a:solidFill>
              </a:rPr>
              <a:t> </a:t>
            </a:r>
            <a:r>
              <a:rPr lang="en-US" sz="1200" dirty="0" err="1">
                <a:solidFill>
                  <a:schemeClr val="tx1">
                    <a:lumMod val="75000"/>
                    <a:lumOff val="25000"/>
                  </a:schemeClr>
                </a:solidFill>
              </a:rPr>
              <a:t>pellentesque</a:t>
            </a:r>
            <a:r>
              <a:rPr lang="en-US" sz="1200" dirty="0">
                <a:solidFill>
                  <a:schemeClr val="tx1">
                    <a:lumMod val="75000"/>
                    <a:lumOff val="25000"/>
                  </a:schemeClr>
                </a:solidFill>
              </a:rPr>
              <a:t> </a:t>
            </a:r>
            <a:r>
              <a:rPr lang="en-US" sz="1200" dirty="0" err="1">
                <a:solidFill>
                  <a:schemeClr val="tx1">
                    <a:lumMod val="75000"/>
                    <a:lumOff val="25000"/>
                  </a:schemeClr>
                </a:solidFill>
              </a:rPr>
              <a:t>elit</a:t>
            </a:r>
            <a:r>
              <a:rPr lang="en-US" sz="1200" dirty="0">
                <a:solidFill>
                  <a:schemeClr val="tx1">
                    <a:lumMod val="75000"/>
                    <a:lumOff val="25000"/>
                  </a:schemeClr>
                </a:solidFill>
              </a:rPr>
              <a:t> </a:t>
            </a:r>
            <a:r>
              <a:rPr lang="en-US" sz="1200" dirty="0" err="1">
                <a:solidFill>
                  <a:schemeClr val="tx1">
                    <a:lumMod val="75000"/>
                    <a:lumOff val="25000"/>
                  </a:schemeClr>
                </a:solidFill>
              </a:rPr>
              <a:t>eget</a:t>
            </a:r>
            <a:endParaRPr lang="en-US" sz="1200" dirty="0">
              <a:solidFill>
                <a:schemeClr val="tx1">
                  <a:lumMod val="75000"/>
                  <a:lumOff val="25000"/>
                </a:schemeClr>
              </a:solidFill>
            </a:endParaRPr>
          </a:p>
        </p:txBody>
      </p:sp>
      <p:sp>
        <p:nvSpPr>
          <p:cNvPr id="449" name="TextBox 448">
            <a:extLst>
              <a:ext uri="{FF2B5EF4-FFF2-40B4-BE49-F238E27FC236}">
                <a16:creationId xmlns:a16="http://schemas.microsoft.com/office/drawing/2014/main" id="{B5FCB196-BA3C-4C60-94F6-DD08C840580B}"/>
              </a:ext>
            </a:extLst>
          </p:cNvPr>
          <p:cNvSpPr txBox="1"/>
          <p:nvPr/>
        </p:nvSpPr>
        <p:spPr>
          <a:xfrm>
            <a:off x="8710536" y="2661991"/>
            <a:ext cx="1540485" cy="246221"/>
          </a:xfrm>
          <a:prstGeom prst="rect">
            <a:avLst/>
          </a:prstGeom>
          <a:noFill/>
        </p:spPr>
        <p:txBody>
          <a:bodyPr wrap="none" lIns="0" tIns="0" rIns="0" bIns="0" rtlCol="0">
            <a:spAutoFit/>
          </a:bodyPr>
          <a:lstStyle/>
          <a:p>
            <a:pPr algn="ctr"/>
            <a:r>
              <a:rPr lang="en-US" sz="1600" b="1" dirty="0" err="1">
                <a:solidFill>
                  <a:schemeClr val="accent5"/>
                </a:solidFill>
              </a:rPr>
              <a:t>Mollis</a:t>
            </a:r>
            <a:r>
              <a:rPr lang="en-US" sz="1600" b="1" dirty="0">
                <a:solidFill>
                  <a:schemeClr val="accent5"/>
                </a:solidFill>
              </a:rPr>
              <a:t> </a:t>
            </a:r>
            <a:r>
              <a:rPr lang="en-US" sz="1600" b="1" dirty="0" err="1">
                <a:solidFill>
                  <a:schemeClr val="accent5"/>
                </a:solidFill>
              </a:rPr>
              <a:t>nunc</a:t>
            </a:r>
            <a:r>
              <a:rPr lang="en-US" sz="1600" b="1" dirty="0">
                <a:solidFill>
                  <a:schemeClr val="accent5"/>
                </a:solidFill>
              </a:rPr>
              <a:t> sed</a:t>
            </a:r>
          </a:p>
        </p:txBody>
      </p:sp>
      <p:sp>
        <p:nvSpPr>
          <p:cNvPr id="451" name="TextBox 450">
            <a:extLst>
              <a:ext uri="{FF2B5EF4-FFF2-40B4-BE49-F238E27FC236}">
                <a16:creationId xmlns:a16="http://schemas.microsoft.com/office/drawing/2014/main" id="{F1E8D588-24FC-460E-8540-6DFE402EFB1A}"/>
              </a:ext>
            </a:extLst>
          </p:cNvPr>
          <p:cNvSpPr txBox="1"/>
          <p:nvPr/>
        </p:nvSpPr>
        <p:spPr>
          <a:xfrm>
            <a:off x="6709006" y="2173368"/>
            <a:ext cx="1629903" cy="800219"/>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fr-FR" sz="1200" dirty="0" err="1">
                <a:solidFill>
                  <a:schemeClr val="tx1">
                    <a:lumMod val="75000"/>
                    <a:lumOff val="25000"/>
                  </a:schemeClr>
                </a:solidFill>
              </a:rPr>
              <a:t>sit</a:t>
            </a:r>
            <a:r>
              <a:rPr lang="fr-FR" sz="1200" dirty="0">
                <a:solidFill>
                  <a:schemeClr val="tx1">
                    <a:lumMod val="75000"/>
                    <a:lumOff val="25000"/>
                  </a:schemeClr>
                </a:solidFill>
              </a:rPr>
              <a:t> </a:t>
            </a:r>
            <a:r>
              <a:rPr lang="fr-FR" sz="1200" dirty="0" err="1">
                <a:solidFill>
                  <a:schemeClr val="tx1">
                    <a:lumMod val="75000"/>
                    <a:lumOff val="25000"/>
                  </a:schemeClr>
                </a:solidFill>
              </a:rPr>
              <a:t>amet</a:t>
            </a:r>
            <a:r>
              <a:rPr lang="fr-FR" sz="1200" dirty="0">
                <a:solidFill>
                  <a:schemeClr val="tx1">
                    <a:lumMod val="75000"/>
                    <a:lumOff val="25000"/>
                  </a:schemeClr>
                </a:solidFill>
              </a:rPr>
              <a:t> </a:t>
            </a:r>
            <a:r>
              <a:rPr lang="fr-FR" sz="1200" dirty="0" err="1">
                <a:solidFill>
                  <a:schemeClr val="tx1">
                    <a:lumMod val="75000"/>
                    <a:lumOff val="25000"/>
                  </a:schemeClr>
                </a:solidFill>
              </a:rPr>
              <a:t>consectetur</a:t>
            </a:r>
            <a:r>
              <a:rPr lang="fr-FR" sz="1200" dirty="0">
                <a:solidFill>
                  <a:schemeClr val="tx1">
                    <a:lumMod val="75000"/>
                    <a:lumOff val="25000"/>
                  </a:schemeClr>
                </a:solidFill>
              </a:rPr>
              <a:t> </a:t>
            </a:r>
            <a:r>
              <a:rPr lang="fr-FR" sz="1200" dirty="0" err="1">
                <a:solidFill>
                  <a:schemeClr val="tx1">
                    <a:lumMod val="75000"/>
                    <a:lumOff val="25000"/>
                  </a:schemeClr>
                </a:solidFill>
              </a:rPr>
              <a:t>adipiscing</a:t>
            </a:r>
            <a:r>
              <a:rPr lang="fr-FR" sz="1200" dirty="0">
                <a:solidFill>
                  <a:schemeClr val="tx1">
                    <a:lumMod val="75000"/>
                    <a:lumOff val="25000"/>
                  </a:schemeClr>
                </a:solidFill>
              </a:rPr>
              <a:t> </a:t>
            </a:r>
            <a:r>
              <a:rPr lang="fr-FR" sz="1200" dirty="0" err="1">
                <a:solidFill>
                  <a:schemeClr val="tx1">
                    <a:lumMod val="75000"/>
                    <a:lumOff val="25000"/>
                  </a:schemeClr>
                </a:solidFill>
              </a:rPr>
              <a:t>elit</a:t>
            </a:r>
            <a:r>
              <a:rPr lang="fr-FR" sz="1200" dirty="0">
                <a:solidFill>
                  <a:schemeClr val="tx1">
                    <a:lumMod val="75000"/>
                    <a:lumOff val="25000"/>
                  </a:schemeClr>
                </a:solidFill>
              </a:rPr>
              <a:t> duis tristique </a:t>
            </a:r>
            <a:r>
              <a:rPr lang="fr-FR" sz="1200" dirty="0" err="1">
                <a:solidFill>
                  <a:schemeClr val="tx1">
                    <a:lumMod val="75000"/>
                    <a:lumOff val="25000"/>
                  </a:schemeClr>
                </a:solidFill>
              </a:rPr>
              <a:t>sollicitudin</a:t>
            </a:r>
            <a:endParaRPr lang="en-US" sz="1200" dirty="0">
              <a:solidFill>
                <a:schemeClr val="tx1">
                  <a:lumMod val="75000"/>
                  <a:lumOff val="25000"/>
                </a:schemeClr>
              </a:solidFill>
            </a:endParaRPr>
          </a:p>
        </p:txBody>
      </p:sp>
      <p:sp>
        <p:nvSpPr>
          <p:cNvPr id="452" name="TextBox 451">
            <a:extLst>
              <a:ext uri="{FF2B5EF4-FFF2-40B4-BE49-F238E27FC236}">
                <a16:creationId xmlns:a16="http://schemas.microsoft.com/office/drawing/2014/main" id="{5388D81F-B86D-4797-B4CC-EC735BAEE6CF}"/>
              </a:ext>
            </a:extLst>
          </p:cNvPr>
          <p:cNvSpPr txBox="1"/>
          <p:nvPr/>
        </p:nvSpPr>
        <p:spPr>
          <a:xfrm>
            <a:off x="6878811" y="1883669"/>
            <a:ext cx="1290290" cy="246221"/>
          </a:xfrm>
          <a:prstGeom prst="rect">
            <a:avLst/>
          </a:prstGeom>
          <a:noFill/>
        </p:spPr>
        <p:txBody>
          <a:bodyPr wrap="none" lIns="0" tIns="0" rIns="0" bIns="0" rtlCol="0">
            <a:spAutoFit/>
          </a:bodyPr>
          <a:lstStyle/>
          <a:p>
            <a:pPr algn="ctr"/>
            <a:r>
              <a:rPr lang="en-US" sz="1600" b="1" dirty="0">
                <a:solidFill>
                  <a:schemeClr val="accent4"/>
                </a:solidFill>
              </a:rPr>
              <a:t> Vel pharetra </a:t>
            </a:r>
          </a:p>
        </p:txBody>
      </p:sp>
      <p:sp>
        <p:nvSpPr>
          <p:cNvPr id="454" name="TextBox 453">
            <a:extLst>
              <a:ext uri="{FF2B5EF4-FFF2-40B4-BE49-F238E27FC236}">
                <a16:creationId xmlns:a16="http://schemas.microsoft.com/office/drawing/2014/main" id="{87321DB8-90C3-4B25-82FC-90C0D572D61A}"/>
              </a:ext>
            </a:extLst>
          </p:cNvPr>
          <p:cNvSpPr txBox="1"/>
          <p:nvPr/>
        </p:nvSpPr>
        <p:spPr>
          <a:xfrm>
            <a:off x="3830870" y="2887610"/>
            <a:ext cx="1629903" cy="800219"/>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1200" dirty="0">
                <a:solidFill>
                  <a:schemeClr val="tx1">
                    <a:lumMod val="75000"/>
                    <a:lumOff val="25000"/>
                  </a:schemeClr>
                </a:solidFill>
              </a:rPr>
              <a:t>integer </a:t>
            </a:r>
            <a:r>
              <a:rPr lang="en-US" sz="1200" dirty="0" err="1">
                <a:solidFill>
                  <a:schemeClr val="tx1">
                    <a:lumMod val="75000"/>
                    <a:lumOff val="25000"/>
                  </a:schemeClr>
                </a:solidFill>
              </a:rPr>
              <a:t>feugiat</a:t>
            </a:r>
            <a:r>
              <a:rPr lang="en-US" sz="1200" dirty="0">
                <a:solidFill>
                  <a:schemeClr val="tx1">
                    <a:lumMod val="75000"/>
                    <a:lumOff val="25000"/>
                  </a:schemeClr>
                </a:solidFill>
              </a:rPr>
              <a:t> </a:t>
            </a:r>
            <a:r>
              <a:rPr lang="en-US" sz="1200" dirty="0" err="1">
                <a:solidFill>
                  <a:schemeClr val="tx1">
                    <a:lumMod val="75000"/>
                    <a:lumOff val="25000"/>
                  </a:schemeClr>
                </a:solidFill>
              </a:rPr>
              <a:t>scelerisque</a:t>
            </a:r>
            <a:r>
              <a:rPr lang="en-US" sz="1200" dirty="0">
                <a:solidFill>
                  <a:schemeClr val="tx1">
                    <a:lumMod val="75000"/>
                    <a:lumOff val="25000"/>
                  </a:schemeClr>
                </a:solidFill>
              </a:rPr>
              <a:t> </a:t>
            </a:r>
            <a:r>
              <a:rPr lang="en-US" sz="1200" dirty="0" err="1">
                <a:solidFill>
                  <a:schemeClr val="tx1">
                    <a:lumMod val="75000"/>
                    <a:lumOff val="25000"/>
                  </a:schemeClr>
                </a:solidFill>
              </a:rPr>
              <a:t>varius</a:t>
            </a:r>
            <a:r>
              <a:rPr lang="en-US" sz="1200" dirty="0">
                <a:solidFill>
                  <a:schemeClr val="tx1">
                    <a:lumMod val="75000"/>
                    <a:lumOff val="25000"/>
                  </a:schemeClr>
                </a:solidFill>
              </a:rPr>
              <a:t> </a:t>
            </a:r>
            <a:r>
              <a:rPr lang="en-US" sz="1200" dirty="0" err="1">
                <a:solidFill>
                  <a:schemeClr val="tx1">
                    <a:lumMod val="75000"/>
                    <a:lumOff val="25000"/>
                  </a:schemeClr>
                </a:solidFill>
              </a:rPr>
              <a:t>morbi</a:t>
            </a:r>
            <a:endParaRPr lang="en-US" sz="1200" dirty="0">
              <a:solidFill>
                <a:schemeClr val="tx1">
                  <a:lumMod val="75000"/>
                  <a:lumOff val="25000"/>
                </a:schemeClr>
              </a:solidFill>
            </a:endParaRPr>
          </a:p>
        </p:txBody>
      </p:sp>
      <p:sp>
        <p:nvSpPr>
          <p:cNvPr id="455" name="TextBox 454">
            <a:extLst>
              <a:ext uri="{FF2B5EF4-FFF2-40B4-BE49-F238E27FC236}">
                <a16:creationId xmlns:a16="http://schemas.microsoft.com/office/drawing/2014/main" id="{F31A8364-DB09-485D-B7AF-087181DF2A91}"/>
              </a:ext>
            </a:extLst>
          </p:cNvPr>
          <p:cNvSpPr txBox="1"/>
          <p:nvPr/>
        </p:nvSpPr>
        <p:spPr>
          <a:xfrm>
            <a:off x="3696650" y="2597911"/>
            <a:ext cx="1898341" cy="246221"/>
          </a:xfrm>
          <a:prstGeom prst="rect">
            <a:avLst/>
          </a:prstGeom>
          <a:noFill/>
        </p:spPr>
        <p:txBody>
          <a:bodyPr wrap="none" lIns="0" tIns="0" rIns="0" bIns="0" rtlCol="0">
            <a:spAutoFit/>
          </a:bodyPr>
          <a:lstStyle/>
          <a:p>
            <a:pPr algn="ctr"/>
            <a:r>
              <a:rPr lang="en-US" sz="1600" b="1" dirty="0">
                <a:solidFill>
                  <a:schemeClr val="accent3"/>
                </a:solidFill>
              </a:rPr>
              <a:t> Ante </a:t>
            </a:r>
            <a:r>
              <a:rPr lang="en-US" sz="1600" b="1" dirty="0" err="1">
                <a:solidFill>
                  <a:schemeClr val="accent3"/>
                </a:solidFill>
              </a:rPr>
              <a:t>metus</a:t>
            </a:r>
            <a:r>
              <a:rPr lang="en-US" sz="1600" b="1" dirty="0">
                <a:solidFill>
                  <a:schemeClr val="accent3"/>
                </a:solidFill>
              </a:rPr>
              <a:t> dictum</a:t>
            </a:r>
          </a:p>
        </p:txBody>
      </p:sp>
      <p:sp>
        <p:nvSpPr>
          <p:cNvPr id="3" name="슬라이드 번호 개체 틀 2">
            <a:extLst>
              <a:ext uri="{FF2B5EF4-FFF2-40B4-BE49-F238E27FC236}">
                <a16:creationId xmlns:a16="http://schemas.microsoft.com/office/drawing/2014/main" id="{30F49D4D-2F20-EFD0-33C8-1EC31839C7DF}"/>
              </a:ext>
            </a:extLst>
          </p:cNvPr>
          <p:cNvSpPr>
            <a:spLocks noGrp="1"/>
          </p:cNvSpPr>
          <p:nvPr>
            <p:ph type="sldNum" sz="quarter" idx="12"/>
          </p:nvPr>
        </p:nvSpPr>
        <p:spPr/>
        <p:txBody>
          <a:bodyPr/>
          <a:lstStyle/>
          <a:p>
            <a:fld id="{E33DF12E-2A0B-4C47-AB1F-7415796A11A5}" type="slidenum">
              <a:rPr lang="ko-KR" altLang="en-US" smtClean="0"/>
              <a:t>7</a:t>
            </a:fld>
            <a:endParaRPr lang="ko-KR" altLang="en-US"/>
          </a:p>
        </p:txBody>
      </p:sp>
    </p:spTree>
    <p:extLst>
      <p:ext uri="{BB962C8B-B14F-4D97-AF65-F5344CB8AC3E}">
        <p14:creationId xmlns:p14="http://schemas.microsoft.com/office/powerpoint/2010/main" val="2657954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43758AE-6450-2215-607E-00232B8402CA}"/>
              </a:ext>
            </a:extLst>
          </p:cNvPr>
          <p:cNvSpPr>
            <a:spLocks noGrp="1"/>
          </p:cNvSpPr>
          <p:nvPr>
            <p:ph type="title"/>
          </p:nvPr>
        </p:nvSpPr>
        <p:spPr/>
        <p:txBody>
          <a:bodyPr/>
          <a:lstStyle/>
          <a:p>
            <a:r>
              <a:rPr lang="en-US" altLang="ko-KR" b="1" dirty="0"/>
              <a:t>Our </a:t>
            </a:r>
            <a:r>
              <a:rPr lang="en-US" altLang="ko-KR" b="1" dirty="0">
                <a:solidFill>
                  <a:srgbClr val="FF007A"/>
                </a:solidFill>
              </a:rPr>
              <a:t>Mission</a:t>
            </a:r>
            <a:endParaRPr lang="ko-KR" altLang="en-US" b="1" dirty="0">
              <a:solidFill>
                <a:srgbClr val="FF007A"/>
              </a:solidFill>
            </a:endParaRPr>
          </a:p>
        </p:txBody>
      </p:sp>
      <p:sp>
        <p:nvSpPr>
          <p:cNvPr id="3" name="내용 개체 틀 2">
            <a:extLst>
              <a:ext uri="{FF2B5EF4-FFF2-40B4-BE49-F238E27FC236}">
                <a16:creationId xmlns:a16="http://schemas.microsoft.com/office/drawing/2014/main" id="{A320E80E-76D2-2B89-8FC0-C4400A5A2852}"/>
              </a:ext>
            </a:extLst>
          </p:cNvPr>
          <p:cNvSpPr>
            <a:spLocks noGrp="1"/>
          </p:cNvSpPr>
          <p:nvPr>
            <p:ph idx="1"/>
          </p:nvPr>
        </p:nvSpPr>
        <p:spPr/>
        <p:txBody>
          <a:bodyPr>
            <a:normAutofit/>
          </a:bodyPr>
          <a:lstStyle/>
          <a:p>
            <a:pPr marL="0" indent="0">
              <a:buNone/>
            </a:pPr>
            <a:r>
              <a:rPr lang="en-US" altLang="ko-KR" sz="1600" dirty="0"/>
              <a:t>What is </a:t>
            </a:r>
            <a:r>
              <a:rPr lang="en-US" altLang="ko-KR" sz="1600" dirty="0" err="1"/>
              <a:t>Thinkfree</a:t>
            </a:r>
            <a:r>
              <a:rPr lang="en-US" altLang="ko-KR" sz="1600" dirty="0"/>
              <a:t>? Think of it as the software heart of innovation in every industry—from education to government to finance and beyond.</a:t>
            </a:r>
          </a:p>
          <a:p>
            <a:pPr marL="0" indent="0">
              <a:buNone/>
            </a:pPr>
            <a:r>
              <a:rPr lang="en-US" altLang="ko-KR" sz="1600" dirty="0"/>
              <a:t>Companies around the world have been deploying </a:t>
            </a:r>
            <a:r>
              <a:rPr lang="en-US" altLang="ko-KR" sz="1600" dirty="0" err="1"/>
              <a:t>Thinkfree</a:t>
            </a:r>
            <a:r>
              <a:rPr lang="en-US" altLang="ko-KR" sz="1600" dirty="0"/>
              <a:t> solutions for office productivity, collaborative work, and more. They’re using branded </a:t>
            </a:r>
            <a:r>
              <a:rPr lang="en-US" altLang="ko-KR" sz="1600" dirty="0" err="1"/>
              <a:t>Thinkfree</a:t>
            </a:r>
            <a:r>
              <a:rPr lang="en-US" altLang="ko-KR" sz="1600" dirty="0"/>
              <a:t> solutions as well as white label solutions embedded into the fabric of everything from enterprise email systems to global scale web applications and secure storage systems.</a:t>
            </a:r>
          </a:p>
          <a:p>
            <a:pPr marL="0" indent="0">
              <a:buNone/>
            </a:pPr>
            <a:r>
              <a:rPr lang="en-US" altLang="ko-KR" sz="1600" dirty="0"/>
              <a:t>At </a:t>
            </a:r>
            <a:r>
              <a:rPr lang="en-US" altLang="ko-KR" sz="1600" dirty="0" err="1"/>
              <a:t>Thinkfree</a:t>
            </a:r>
            <a:r>
              <a:rPr lang="en-US" altLang="ko-KR" sz="1600" dirty="0"/>
              <a:t>, we’re focused on the point where smart solutions meet user and organizational needs. It’s where convergence drives enhanced productivity and user satisfaction. And all indicators suggest that we’re doing it well, as we continue to grow quickly in Korea as well as in IT markets around the world.</a:t>
            </a:r>
          </a:p>
          <a:p>
            <a:pPr marL="0" indent="0">
              <a:buNone/>
            </a:pPr>
            <a:r>
              <a:rPr lang="en-US" altLang="ko-KR" sz="1600" dirty="0"/>
              <a:t>So, thank you. Thank you for asking the questions that brought you here. Thank you for thinking about—and seeking—a world driven by smarter solutions. I hope you’ll join us in making that world one we can all share.</a:t>
            </a:r>
          </a:p>
          <a:p>
            <a:pPr marL="0" indent="0">
              <a:buNone/>
            </a:pPr>
            <a:r>
              <a:rPr lang="en-US" altLang="ko-KR" sz="1600" dirty="0" err="1"/>
              <a:t>Thinkfree</a:t>
            </a:r>
            <a:r>
              <a:rPr lang="en-US" altLang="ko-KR" sz="1600" dirty="0"/>
              <a:t> Team</a:t>
            </a:r>
            <a:endParaRPr lang="ko-KR" altLang="en-US" sz="1600" dirty="0"/>
          </a:p>
        </p:txBody>
      </p:sp>
      <p:pic>
        <p:nvPicPr>
          <p:cNvPr id="5" name="그림 4" descr="그래픽, 폰트, 그래픽 디자인, 스크린샷이(가) 표시된 사진&#10;&#10;자동 생성된 설명">
            <a:extLst>
              <a:ext uri="{FF2B5EF4-FFF2-40B4-BE49-F238E27FC236}">
                <a16:creationId xmlns:a16="http://schemas.microsoft.com/office/drawing/2014/main" id="{617B8D56-3213-83B5-A4B7-784C83AEFA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9851" y="5108431"/>
            <a:ext cx="4213949" cy="842790"/>
          </a:xfrm>
          <a:prstGeom prst="rect">
            <a:avLst/>
          </a:prstGeom>
        </p:spPr>
      </p:pic>
      <p:sp>
        <p:nvSpPr>
          <p:cNvPr id="4" name="슬라이드 번호 개체 틀 3">
            <a:extLst>
              <a:ext uri="{FF2B5EF4-FFF2-40B4-BE49-F238E27FC236}">
                <a16:creationId xmlns:a16="http://schemas.microsoft.com/office/drawing/2014/main" id="{313BDE0A-1AB7-37ED-30E0-92C6AEC98DA5}"/>
              </a:ext>
            </a:extLst>
          </p:cNvPr>
          <p:cNvSpPr>
            <a:spLocks noGrp="1"/>
          </p:cNvSpPr>
          <p:nvPr>
            <p:ph type="sldNum" sz="quarter" idx="12"/>
          </p:nvPr>
        </p:nvSpPr>
        <p:spPr/>
        <p:txBody>
          <a:bodyPr/>
          <a:lstStyle/>
          <a:p>
            <a:fld id="{E33DF12E-2A0B-4C47-AB1F-7415796A11A5}" type="slidenum">
              <a:rPr lang="ko-KR" altLang="en-US" smtClean="0"/>
              <a:t>8</a:t>
            </a:fld>
            <a:endParaRPr lang="ko-KR" altLang="en-US"/>
          </a:p>
        </p:txBody>
      </p:sp>
    </p:spTree>
    <p:extLst>
      <p:ext uri="{BB962C8B-B14F-4D97-AF65-F5344CB8AC3E}">
        <p14:creationId xmlns:p14="http://schemas.microsoft.com/office/powerpoint/2010/main" val="4256663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D1F611-E474-8C02-E5D2-62B76EB30F45}"/>
              </a:ext>
            </a:extLst>
          </p:cNvPr>
          <p:cNvSpPr>
            <a:spLocks noGrp="1"/>
          </p:cNvSpPr>
          <p:nvPr>
            <p:ph type="title"/>
          </p:nvPr>
        </p:nvSpPr>
        <p:spPr>
          <a:xfrm>
            <a:off x="831850" y="2002632"/>
            <a:ext cx="10515600" cy="2852737"/>
          </a:xfrm>
        </p:spPr>
        <p:txBody>
          <a:bodyPr anchor="b">
            <a:normAutofit/>
          </a:bodyPr>
          <a:lstStyle/>
          <a:p>
            <a:r>
              <a:rPr lang="en-US" altLang="ko-KR" dirty="0">
                <a:solidFill>
                  <a:srgbClr val="FF007A"/>
                </a:solidFill>
              </a:rPr>
              <a:t>Thank you</a:t>
            </a:r>
            <a:r>
              <a:rPr lang="en-US" altLang="ko-KR" dirty="0"/>
              <a:t> for your interest </a:t>
            </a:r>
            <a:br>
              <a:rPr lang="en-US" altLang="ko-KR" dirty="0"/>
            </a:br>
            <a:r>
              <a:rPr lang="en-US" altLang="ko-KR" dirty="0"/>
              <a:t>in </a:t>
            </a:r>
            <a:r>
              <a:rPr lang="en-US" altLang="ko-KR" dirty="0" err="1"/>
              <a:t>Thinkfree</a:t>
            </a:r>
            <a:endParaRPr lang="ko-KR" altLang="en-US" dirty="0"/>
          </a:p>
        </p:txBody>
      </p:sp>
      <p:sp>
        <p:nvSpPr>
          <p:cNvPr id="4" name="슬라이드 번호 개체 틀 3">
            <a:extLst>
              <a:ext uri="{FF2B5EF4-FFF2-40B4-BE49-F238E27FC236}">
                <a16:creationId xmlns:a16="http://schemas.microsoft.com/office/drawing/2014/main" id="{6E530281-B6F9-CDEC-3C32-C686C21BB392}"/>
              </a:ext>
            </a:extLst>
          </p:cNvPr>
          <p:cNvSpPr>
            <a:spLocks noGrp="1"/>
          </p:cNvSpPr>
          <p:nvPr>
            <p:ph type="sldNum" sz="quarter" idx="12"/>
          </p:nvPr>
        </p:nvSpPr>
        <p:spPr/>
        <p:txBody>
          <a:bodyPr/>
          <a:lstStyle/>
          <a:p>
            <a:fld id="{E33DF12E-2A0B-4C47-AB1F-7415796A11A5}" type="slidenum">
              <a:rPr lang="ko-KR" altLang="en-US" smtClean="0"/>
              <a:t>9</a:t>
            </a:fld>
            <a:endParaRPr lang="ko-KR" altLang="en-US"/>
          </a:p>
        </p:txBody>
      </p:sp>
      <p:sp>
        <p:nvSpPr>
          <p:cNvPr id="5" name="하트 4">
            <a:extLst>
              <a:ext uri="{FF2B5EF4-FFF2-40B4-BE49-F238E27FC236}">
                <a16:creationId xmlns:a16="http://schemas.microsoft.com/office/drawing/2014/main" id="{3176C655-E6B8-1E16-DD28-AB3C2874D1FF}"/>
              </a:ext>
            </a:extLst>
          </p:cNvPr>
          <p:cNvSpPr/>
          <p:nvPr/>
        </p:nvSpPr>
        <p:spPr>
          <a:xfrm>
            <a:off x="5601335" y="1717754"/>
            <a:ext cx="989330" cy="1003142"/>
          </a:xfrm>
          <a:prstGeom prst="heart">
            <a:avLst/>
          </a:prstGeom>
          <a:solidFill>
            <a:srgbClr val="FF00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531463048"/>
      </p:ext>
    </p:extLst>
  </p:cSld>
  <p:clrMapOvr>
    <a:masterClrMapping/>
  </p:clrMapOvr>
</p:sld>
</file>

<file path=ppt/theme/theme1.xml><?xml version="1.0" encoding="utf-8"?>
<a:theme xmlns:a="http://schemas.openxmlformats.org/drawingml/2006/main" name="Thinkfree WebShow">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영어)">
      <a:majorFont>
        <a:latin typeface="Arial"/>
        <a:ea typeface="맑은 고딕"/>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TotalTime>
  <Words>542</Words>
  <Application>Microsoft Office PowerPoint</Application>
  <PresentationFormat>와이드스크린</PresentationFormat>
  <Paragraphs>104</Paragraphs>
  <Slides>9</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9</vt:i4>
      </vt:variant>
    </vt:vector>
  </HeadingPairs>
  <TitlesOfParts>
    <vt:vector size="12" baseType="lpstr">
      <vt:lpstr>맑은 고딕</vt:lpstr>
      <vt:lpstr>Arial</vt:lpstr>
      <vt:lpstr>Thinkfree WebShow</vt:lpstr>
      <vt:lpstr>Thinkfree Office</vt:lpstr>
      <vt:lpstr>Productivity</vt:lpstr>
      <vt:lpstr>Flexibility</vt:lpstr>
      <vt:lpstr>Convenience​</vt:lpstr>
      <vt:lpstr>Lorem ipsum</vt:lpstr>
      <vt:lpstr>Lorem ipsum</vt:lpstr>
      <vt:lpstr>Lorem ipsum</vt:lpstr>
      <vt:lpstr>Our Mission</vt:lpstr>
      <vt:lpstr>Thank you for your interest  in Thinkfree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THINKFREE OFFICE</dc:title>
  <dc:creator>Thinkfree</dc:creator>
  <cp:lastModifiedBy>박예슬</cp:lastModifiedBy>
  <cp:revision>28</cp:revision>
  <dcterms:created xsi:type="dcterms:W3CDTF">2024-05-07T07:03:18Z</dcterms:created>
  <dcterms:modified xsi:type="dcterms:W3CDTF">2024-05-09T08:18:15Z</dcterms:modified>
</cp:coreProperties>
</file>